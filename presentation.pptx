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48" y="3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1B2F2-370F-4ACF-A76E-713105556F3B}" type="datetimeFigureOut">
              <a:rPr lang="en-GB" smtClean="0"/>
              <a:t>16/05/2026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E4871-8AC7-4C55-BBAB-79DF6E350A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622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E4871-8AC7-4C55-BBAB-79DF6E350A6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377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8" cy="82295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08589" y="0"/>
            <a:ext cx="5621809" cy="514632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842399"/>
            <a:ext cx="4576176" cy="43872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5940777"/>
            <a:ext cx="4576176" cy="228882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9300" y="3012559"/>
            <a:ext cx="2639695" cy="669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A0A0B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B0B0B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A0A0B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B0B0B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4630398" cy="82296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08589" y="0"/>
            <a:ext cx="5621809" cy="514632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A0A0B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A0A0B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"/>
            <a:ext cx="14630398" cy="822960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08589" y="0"/>
            <a:ext cx="5621809" cy="514632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58889" y="1825300"/>
            <a:ext cx="4671510" cy="64042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9300" y="1654733"/>
            <a:ext cx="5772784" cy="8629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A0A0B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9299" y="3692162"/>
            <a:ext cx="614172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B0B0B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2714885"/>
            <a:ext cx="3570604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40" dirty="0">
                <a:solidFill>
                  <a:srgbClr val="A0A0B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BEST</a:t>
            </a:r>
            <a:r>
              <a:rPr sz="1700" b="1" spc="-80" dirty="0">
                <a:solidFill>
                  <a:srgbClr val="A0A0B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Istanbul</a:t>
            </a:r>
            <a:r>
              <a:rPr sz="1700" b="1" spc="55" dirty="0">
                <a:solidFill>
                  <a:srgbClr val="A0A0B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700" b="1" spc="-60" dirty="0">
                <a:solidFill>
                  <a:srgbClr val="A0A0B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Yıldız</a:t>
            </a:r>
            <a:r>
              <a:rPr sz="1700" b="1" spc="-20" dirty="0">
                <a:solidFill>
                  <a:srgbClr val="A0A0B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700" b="1" spc="-80" dirty="0">
                <a:solidFill>
                  <a:srgbClr val="A0A0B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Hackathon</a:t>
            </a:r>
            <a:r>
              <a:rPr sz="1700" b="1" spc="-10" dirty="0">
                <a:solidFill>
                  <a:srgbClr val="A0A0B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650" b="1" spc="50" dirty="0">
                <a:solidFill>
                  <a:srgbClr val="A0A0B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2026</a:t>
            </a:r>
            <a:endParaRPr sz="16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xfrm>
            <a:off x="749300" y="3012559"/>
            <a:ext cx="4264411" cy="84766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400" spc="-19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FitSense</a:t>
            </a:r>
            <a:r>
              <a:rPr sz="5400" spc="-495" dirty="0">
                <a:solidFill>
                  <a:srgbClr val="E7E7F0"/>
                </a:solidFill>
              </a:rPr>
              <a:t> </a:t>
            </a:r>
            <a:r>
              <a:rPr sz="5400" spc="-114" dirty="0">
                <a:solidFill>
                  <a:srgbClr val="00BEE6"/>
                </a:solidFill>
              </a:rPr>
              <a:t>AI</a:t>
            </a:r>
            <a:endParaRPr sz="5400" dirty="0"/>
          </a:p>
        </p:txBody>
      </p:sp>
      <p:sp>
        <p:nvSpPr>
          <p:cNvPr id="4" name="object 4"/>
          <p:cNvSpPr txBox="1"/>
          <p:nvPr/>
        </p:nvSpPr>
        <p:spPr>
          <a:xfrm>
            <a:off x="767442" y="3877797"/>
            <a:ext cx="3902075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-10" dirty="0">
                <a:solidFill>
                  <a:srgbClr val="A0A0B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Your</a:t>
            </a:r>
            <a:r>
              <a:rPr sz="1900" spc="-120" dirty="0">
                <a:solidFill>
                  <a:srgbClr val="A0A0B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900" dirty="0">
                <a:solidFill>
                  <a:srgbClr val="A0A0B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Phone</a:t>
            </a:r>
            <a:r>
              <a:rPr sz="1900" spc="-105" dirty="0">
                <a:solidFill>
                  <a:srgbClr val="A0A0B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900" dirty="0">
                <a:solidFill>
                  <a:srgbClr val="A0A0B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sz="1900" spc="-95" dirty="0">
                <a:solidFill>
                  <a:srgbClr val="A0A0B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900" spc="-10" dirty="0">
                <a:solidFill>
                  <a:srgbClr val="A0A0B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Your</a:t>
            </a:r>
            <a:r>
              <a:rPr sz="1900" spc="-114" dirty="0">
                <a:solidFill>
                  <a:srgbClr val="A0A0B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900" spc="-10" dirty="0">
                <a:solidFill>
                  <a:srgbClr val="A0A0B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Personal</a:t>
            </a:r>
            <a:r>
              <a:rPr sz="1900" dirty="0">
                <a:solidFill>
                  <a:srgbClr val="A0A0B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900" spc="-10" dirty="0">
                <a:solidFill>
                  <a:srgbClr val="A0A0B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Trainer</a:t>
            </a:r>
            <a:endParaRPr sz="1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00099" y="4533899"/>
            <a:ext cx="1323975" cy="276225"/>
            <a:chOff x="800099" y="4533899"/>
            <a:chExt cx="1323975" cy="276225"/>
          </a:xfrm>
        </p:grpSpPr>
        <p:sp>
          <p:nvSpPr>
            <p:cNvPr id="6" name="object 6"/>
            <p:cNvSpPr/>
            <p:nvPr/>
          </p:nvSpPr>
          <p:spPr>
            <a:xfrm>
              <a:off x="800099" y="4533899"/>
              <a:ext cx="1323975" cy="276225"/>
            </a:xfrm>
            <a:custGeom>
              <a:avLst/>
              <a:gdLst/>
              <a:ahLst/>
              <a:cxnLst/>
              <a:rect l="l" t="t" r="r" b="b"/>
              <a:pathLst>
                <a:path w="1323975" h="276225">
                  <a:moveTo>
                    <a:pt x="1185862" y="276224"/>
                  </a:moveTo>
                  <a:lnTo>
                    <a:pt x="138112" y="276224"/>
                  </a:lnTo>
                  <a:lnTo>
                    <a:pt x="124507" y="275567"/>
                  </a:lnTo>
                  <a:lnTo>
                    <a:pt x="85259" y="265711"/>
                  </a:lnTo>
                  <a:lnTo>
                    <a:pt x="50537" y="244928"/>
                  </a:lnTo>
                  <a:lnTo>
                    <a:pt x="23254" y="214857"/>
                  </a:lnTo>
                  <a:lnTo>
                    <a:pt x="5913" y="178143"/>
                  </a:lnTo>
                  <a:lnTo>
                    <a:pt x="0" y="138112"/>
                  </a:lnTo>
                  <a:lnTo>
                    <a:pt x="657" y="124506"/>
                  </a:lnTo>
                  <a:lnTo>
                    <a:pt x="10513" y="85258"/>
                  </a:lnTo>
                  <a:lnTo>
                    <a:pt x="31296" y="50536"/>
                  </a:lnTo>
                  <a:lnTo>
                    <a:pt x="61366" y="23254"/>
                  </a:lnTo>
                  <a:lnTo>
                    <a:pt x="98080" y="5913"/>
                  </a:lnTo>
                  <a:lnTo>
                    <a:pt x="138112" y="0"/>
                  </a:lnTo>
                  <a:lnTo>
                    <a:pt x="1185862" y="0"/>
                  </a:lnTo>
                  <a:lnTo>
                    <a:pt x="1225894" y="5913"/>
                  </a:lnTo>
                  <a:lnTo>
                    <a:pt x="1262607" y="23254"/>
                  </a:lnTo>
                  <a:lnTo>
                    <a:pt x="1292678" y="50536"/>
                  </a:lnTo>
                  <a:lnTo>
                    <a:pt x="1313461" y="85258"/>
                  </a:lnTo>
                  <a:lnTo>
                    <a:pt x="1323317" y="124506"/>
                  </a:lnTo>
                  <a:lnTo>
                    <a:pt x="1323974" y="138112"/>
                  </a:lnTo>
                  <a:lnTo>
                    <a:pt x="1323317" y="151717"/>
                  </a:lnTo>
                  <a:lnTo>
                    <a:pt x="1313461" y="190965"/>
                  </a:lnTo>
                  <a:lnTo>
                    <a:pt x="1292678" y="225687"/>
                  </a:lnTo>
                  <a:lnTo>
                    <a:pt x="1262607" y="252969"/>
                  </a:lnTo>
                  <a:lnTo>
                    <a:pt x="1225894" y="270310"/>
                  </a:lnTo>
                  <a:lnTo>
                    <a:pt x="1185862" y="276224"/>
                  </a:lnTo>
                  <a:close/>
                </a:path>
              </a:pathLst>
            </a:custGeom>
            <a:solidFill>
              <a:srgbClr val="00BEE6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00099" y="4533900"/>
              <a:ext cx="1323975" cy="276225"/>
            </a:xfrm>
            <a:custGeom>
              <a:avLst/>
              <a:gdLst/>
              <a:ahLst/>
              <a:cxnLst/>
              <a:rect l="l" t="t" r="r" b="b"/>
              <a:pathLst>
                <a:path w="1323975" h="276225">
                  <a:moveTo>
                    <a:pt x="1185862" y="276224"/>
                  </a:moveTo>
                  <a:lnTo>
                    <a:pt x="138112" y="276224"/>
                  </a:lnTo>
                  <a:lnTo>
                    <a:pt x="124507" y="275567"/>
                  </a:lnTo>
                  <a:lnTo>
                    <a:pt x="85259" y="265711"/>
                  </a:lnTo>
                  <a:lnTo>
                    <a:pt x="50537" y="244928"/>
                  </a:lnTo>
                  <a:lnTo>
                    <a:pt x="23254" y="214857"/>
                  </a:lnTo>
                  <a:lnTo>
                    <a:pt x="5913" y="178143"/>
                  </a:lnTo>
                  <a:lnTo>
                    <a:pt x="0" y="138112"/>
                  </a:lnTo>
                  <a:lnTo>
                    <a:pt x="657" y="124506"/>
                  </a:lnTo>
                  <a:lnTo>
                    <a:pt x="10513" y="85258"/>
                  </a:lnTo>
                  <a:lnTo>
                    <a:pt x="31296" y="50536"/>
                  </a:lnTo>
                  <a:lnTo>
                    <a:pt x="61366" y="23254"/>
                  </a:lnTo>
                  <a:lnTo>
                    <a:pt x="98080" y="5913"/>
                  </a:lnTo>
                  <a:lnTo>
                    <a:pt x="138112" y="0"/>
                  </a:lnTo>
                  <a:lnTo>
                    <a:pt x="1185862" y="0"/>
                  </a:lnTo>
                  <a:lnTo>
                    <a:pt x="1199467" y="657"/>
                  </a:lnTo>
                  <a:lnTo>
                    <a:pt x="1212811" y="2628"/>
                  </a:lnTo>
                  <a:lnTo>
                    <a:pt x="1225894" y="5913"/>
                  </a:lnTo>
                  <a:lnTo>
                    <a:pt x="1235961" y="9524"/>
                  </a:lnTo>
                  <a:lnTo>
                    <a:pt x="129669" y="9524"/>
                  </a:lnTo>
                  <a:lnTo>
                    <a:pt x="121307" y="10348"/>
                  </a:lnTo>
                  <a:lnTo>
                    <a:pt x="81103" y="22544"/>
                  </a:lnTo>
                  <a:lnTo>
                    <a:pt x="41217" y="53157"/>
                  </a:lnTo>
                  <a:lnTo>
                    <a:pt x="16082" y="96704"/>
                  </a:lnTo>
                  <a:lnTo>
                    <a:pt x="9524" y="129669"/>
                  </a:lnTo>
                  <a:lnTo>
                    <a:pt x="9524" y="146555"/>
                  </a:lnTo>
                  <a:lnTo>
                    <a:pt x="22544" y="195121"/>
                  </a:lnTo>
                  <a:lnTo>
                    <a:pt x="53157" y="235007"/>
                  </a:lnTo>
                  <a:lnTo>
                    <a:pt x="96704" y="260142"/>
                  </a:lnTo>
                  <a:lnTo>
                    <a:pt x="129669" y="266699"/>
                  </a:lnTo>
                  <a:lnTo>
                    <a:pt x="1235959" y="266699"/>
                  </a:lnTo>
                  <a:lnTo>
                    <a:pt x="1225894" y="270310"/>
                  </a:lnTo>
                  <a:lnTo>
                    <a:pt x="1212811" y="273596"/>
                  </a:lnTo>
                  <a:lnTo>
                    <a:pt x="1199467" y="275567"/>
                  </a:lnTo>
                  <a:lnTo>
                    <a:pt x="1185862" y="276224"/>
                  </a:lnTo>
                  <a:close/>
                </a:path>
                <a:path w="1323975" h="276225">
                  <a:moveTo>
                    <a:pt x="1235959" y="266699"/>
                  </a:moveTo>
                  <a:lnTo>
                    <a:pt x="1194305" y="266699"/>
                  </a:lnTo>
                  <a:lnTo>
                    <a:pt x="1202667" y="265876"/>
                  </a:lnTo>
                  <a:lnTo>
                    <a:pt x="1219229" y="262581"/>
                  </a:lnTo>
                  <a:lnTo>
                    <a:pt x="1264321" y="240338"/>
                  </a:lnTo>
                  <a:lnTo>
                    <a:pt x="1297469" y="202531"/>
                  </a:lnTo>
                  <a:lnTo>
                    <a:pt x="1313626" y="154917"/>
                  </a:lnTo>
                  <a:lnTo>
                    <a:pt x="1314449" y="146555"/>
                  </a:lnTo>
                  <a:lnTo>
                    <a:pt x="1314449" y="129669"/>
                  </a:lnTo>
                  <a:lnTo>
                    <a:pt x="1301430" y="81103"/>
                  </a:lnTo>
                  <a:lnTo>
                    <a:pt x="1270817" y="41217"/>
                  </a:lnTo>
                  <a:lnTo>
                    <a:pt x="1227269" y="16081"/>
                  </a:lnTo>
                  <a:lnTo>
                    <a:pt x="1194305" y="9524"/>
                  </a:lnTo>
                  <a:lnTo>
                    <a:pt x="1235961" y="9524"/>
                  </a:lnTo>
                  <a:lnTo>
                    <a:pt x="1273437" y="31295"/>
                  </a:lnTo>
                  <a:lnTo>
                    <a:pt x="1300720" y="61366"/>
                  </a:lnTo>
                  <a:lnTo>
                    <a:pt x="1318061" y="98079"/>
                  </a:lnTo>
                  <a:lnTo>
                    <a:pt x="1323974" y="138112"/>
                  </a:lnTo>
                  <a:lnTo>
                    <a:pt x="1323317" y="151717"/>
                  </a:lnTo>
                  <a:lnTo>
                    <a:pt x="1313461" y="190965"/>
                  </a:lnTo>
                  <a:lnTo>
                    <a:pt x="1292678" y="225687"/>
                  </a:lnTo>
                  <a:lnTo>
                    <a:pt x="1262607" y="252969"/>
                  </a:lnTo>
                  <a:lnTo>
                    <a:pt x="1238715" y="265711"/>
                  </a:lnTo>
                  <a:lnTo>
                    <a:pt x="1235959" y="266699"/>
                  </a:lnTo>
                  <a:close/>
                </a:path>
              </a:pathLst>
            </a:custGeom>
            <a:solidFill>
              <a:srgbClr val="00BEE6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49324" y="4569473"/>
            <a:ext cx="1022350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35" dirty="0">
                <a:solidFill>
                  <a:srgbClr val="00BEE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MATLAB</a:t>
            </a:r>
            <a:r>
              <a:rPr sz="1050" b="1" spc="-20" dirty="0">
                <a:solidFill>
                  <a:srgbClr val="00BEE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050" b="1" spc="-10" dirty="0">
                <a:solidFill>
                  <a:srgbClr val="00BEE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Mobile</a:t>
            </a:r>
            <a:endParaRPr sz="10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95524" y="4533899"/>
            <a:ext cx="1247775" cy="276225"/>
            <a:chOff x="2295524" y="4533899"/>
            <a:chExt cx="1247775" cy="276225"/>
          </a:xfrm>
        </p:grpSpPr>
        <p:sp>
          <p:nvSpPr>
            <p:cNvPr id="10" name="object 10"/>
            <p:cNvSpPr/>
            <p:nvPr/>
          </p:nvSpPr>
          <p:spPr>
            <a:xfrm>
              <a:off x="2295524" y="4533899"/>
              <a:ext cx="1247775" cy="276225"/>
            </a:xfrm>
            <a:custGeom>
              <a:avLst/>
              <a:gdLst/>
              <a:ahLst/>
              <a:cxnLst/>
              <a:rect l="l" t="t" r="r" b="b"/>
              <a:pathLst>
                <a:path w="1247775" h="276225">
                  <a:moveTo>
                    <a:pt x="1109662" y="276224"/>
                  </a:moveTo>
                  <a:lnTo>
                    <a:pt x="138112" y="276224"/>
                  </a:lnTo>
                  <a:lnTo>
                    <a:pt x="124506" y="275567"/>
                  </a:lnTo>
                  <a:lnTo>
                    <a:pt x="85258" y="265711"/>
                  </a:lnTo>
                  <a:lnTo>
                    <a:pt x="50537" y="244928"/>
                  </a:lnTo>
                  <a:lnTo>
                    <a:pt x="23254" y="214857"/>
                  </a:lnTo>
                  <a:lnTo>
                    <a:pt x="5913" y="178143"/>
                  </a:lnTo>
                  <a:lnTo>
                    <a:pt x="0" y="138112"/>
                  </a:lnTo>
                  <a:lnTo>
                    <a:pt x="656" y="124506"/>
                  </a:lnTo>
                  <a:lnTo>
                    <a:pt x="10513" y="85258"/>
                  </a:lnTo>
                  <a:lnTo>
                    <a:pt x="31296" y="50536"/>
                  </a:lnTo>
                  <a:lnTo>
                    <a:pt x="61366" y="23254"/>
                  </a:lnTo>
                  <a:lnTo>
                    <a:pt x="98080" y="5913"/>
                  </a:lnTo>
                  <a:lnTo>
                    <a:pt x="138112" y="0"/>
                  </a:lnTo>
                  <a:lnTo>
                    <a:pt x="1109662" y="0"/>
                  </a:lnTo>
                  <a:lnTo>
                    <a:pt x="1149694" y="5913"/>
                  </a:lnTo>
                  <a:lnTo>
                    <a:pt x="1186407" y="23254"/>
                  </a:lnTo>
                  <a:lnTo>
                    <a:pt x="1216478" y="50536"/>
                  </a:lnTo>
                  <a:lnTo>
                    <a:pt x="1237261" y="85258"/>
                  </a:lnTo>
                  <a:lnTo>
                    <a:pt x="1247117" y="124506"/>
                  </a:lnTo>
                  <a:lnTo>
                    <a:pt x="1247774" y="138112"/>
                  </a:lnTo>
                  <a:lnTo>
                    <a:pt x="1247117" y="151717"/>
                  </a:lnTo>
                  <a:lnTo>
                    <a:pt x="1237261" y="190965"/>
                  </a:lnTo>
                  <a:lnTo>
                    <a:pt x="1216478" y="225687"/>
                  </a:lnTo>
                  <a:lnTo>
                    <a:pt x="1186407" y="252969"/>
                  </a:lnTo>
                  <a:lnTo>
                    <a:pt x="1149694" y="270310"/>
                  </a:lnTo>
                  <a:lnTo>
                    <a:pt x="1109662" y="276224"/>
                  </a:lnTo>
                  <a:close/>
                </a:path>
              </a:pathLst>
            </a:custGeom>
            <a:solidFill>
              <a:srgbClr val="4DD98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2295524" y="4533900"/>
              <a:ext cx="1247775" cy="276225"/>
            </a:xfrm>
            <a:custGeom>
              <a:avLst/>
              <a:gdLst/>
              <a:ahLst/>
              <a:cxnLst/>
              <a:rect l="l" t="t" r="r" b="b"/>
              <a:pathLst>
                <a:path w="1247775" h="276225">
                  <a:moveTo>
                    <a:pt x="1109662" y="276224"/>
                  </a:moveTo>
                  <a:lnTo>
                    <a:pt x="138112" y="276224"/>
                  </a:lnTo>
                  <a:lnTo>
                    <a:pt x="124506" y="275567"/>
                  </a:lnTo>
                  <a:lnTo>
                    <a:pt x="85258" y="265711"/>
                  </a:lnTo>
                  <a:lnTo>
                    <a:pt x="50537" y="244928"/>
                  </a:lnTo>
                  <a:lnTo>
                    <a:pt x="23254" y="214857"/>
                  </a:lnTo>
                  <a:lnTo>
                    <a:pt x="5913" y="178143"/>
                  </a:lnTo>
                  <a:lnTo>
                    <a:pt x="0" y="138112"/>
                  </a:lnTo>
                  <a:lnTo>
                    <a:pt x="656" y="124506"/>
                  </a:lnTo>
                  <a:lnTo>
                    <a:pt x="10513" y="85258"/>
                  </a:lnTo>
                  <a:lnTo>
                    <a:pt x="31296" y="50536"/>
                  </a:lnTo>
                  <a:lnTo>
                    <a:pt x="61366" y="23254"/>
                  </a:lnTo>
                  <a:lnTo>
                    <a:pt x="98080" y="5913"/>
                  </a:lnTo>
                  <a:lnTo>
                    <a:pt x="138112" y="0"/>
                  </a:lnTo>
                  <a:lnTo>
                    <a:pt x="1109662" y="0"/>
                  </a:lnTo>
                  <a:lnTo>
                    <a:pt x="1123267" y="657"/>
                  </a:lnTo>
                  <a:lnTo>
                    <a:pt x="1136611" y="2628"/>
                  </a:lnTo>
                  <a:lnTo>
                    <a:pt x="1149694" y="5913"/>
                  </a:lnTo>
                  <a:lnTo>
                    <a:pt x="1159761" y="9524"/>
                  </a:lnTo>
                  <a:lnTo>
                    <a:pt x="129669" y="9524"/>
                  </a:lnTo>
                  <a:lnTo>
                    <a:pt x="121307" y="10348"/>
                  </a:lnTo>
                  <a:lnTo>
                    <a:pt x="81103" y="22544"/>
                  </a:lnTo>
                  <a:lnTo>
                    <a:pt x="41217" y="53157"/>
                  </a:lnTo>
                  <a:lnTo>
                    <a:pt x="16082" y="96704"/>
                  </a:lnTo>
                  <a:lnTo>
                    <a:pt x="9524" y="129669"/>
                  </a:lnTo>
                  <a:lnTo>
                    <a:pt x="9524" y="146555"/>
                  </a:lnTo>
                  <a:lnTo>
                    <a:pt x="22544" y="195121"/>
                  </a:lnTo>
                  <a:lnTo>
                    <a:pt x="53157" y="235007"/>
                  </a:lnTo>
                  <a:lnTo>
                    <a:pt x="96704" y="260142"/>
                  </a:lnTo>
                  <a:lnTo>
                    <a:pt x="129669" y="266699"/>
                  </a:lnTo>
                  <a:lnTo>
                    <a:pt x="1159759" y="266699"/>
                  </a:lnTo>
                  <a:lnTo>
                    <a:pt x="1149694" y="270310"/>
                  </a:lnTo>
                  <a:lnTo>
                    <a:pt x="1136611" y="273596"/>
                  </a:lnTo>
                  <a:lnTo>
                    <a:pt x="1123267" y="275567"/>
                  </a:lnTo>
                  <a:lnTo>
                    <a:pt x="1109662" y="276224"/>
                  </a:lnTo>
                  <a:close/>
                </a:path>
                <a:path w="1247775" h="276225">
                  <a:moveTo>
                    <a:pt x="1159759" y="266699"/>
                  </a:moveTo>
                  <a:lnTo>
                    <a:pt x="1118105" y="266699"/>
                  </a:lnTo>
                  <a:lnTo>
                    <a:pt x="1126467" y="265876"/>
                  </a:lnTo>
                  <a:lnTo>
                    <a:pt x="1143029" y="262581"/>
                  </a:lnTo>
                  <a:lnTo>
                    <a:pt x="1188121" y="240338"/>
                  </a:lnTo>
                  <a:lnTo>
                    <a:pt x="1221269" y="202531"/>
                  </a:lnTo>
                  <a:lnTo>
                    <a:pt x="1237426" y="154917"/>
                  </a:lnTo>
                  <a:lnTo>
                    <a:pt x="1238249" y="146555"/>
                  </a:lnTo>
                  <a:lnTo>
                    <a:pt x="1238249" y="129669"/>
                  </a:lnTo>
                  <a:lnTo>
                    <a:pt x="1225230" y="81103"/>
                  </a:lnTo>
                  <a:lnTo>
                    <a:pt x="1194617" y="41217"/>
                  </a:lnTo>
                  <a:lnTo>
                    <a:pt x="1151070" y="16081"/>
                  </a:lnTo>
                  <a:lnTo>
                    <a:pt x="1118105" y="9524"/>
                  </a:lnTo>
                  <a:lnTo>
                    <a:pt x="1159761" y="9524"/>
                  </a:lnTo>
                  <a:lnTo>
                    <a:pt x="1197237" y="31295"/>
                  </a:lnTo>
                  <a:lnTo>
                    <a:pt x="1224520" y="61366"/>
                  </a:lnTo>
                  <a:lnTo>
                    <a:pt x="1241860" y="98079"/>
                  </a:lnTo>
                  <a:lnTo>
                    <a:pt x="1247774" y="138112"/>
                  </a:lnTo>
                  <a:lnTo>
                    <a:pt x="1247117" y="151717"/>
                  </a:lnTo>
                  <a:lnTo>
                    <a:pt x="1237261" y="190965"/>
                  </a:lnTo>
                  <a:lnTo>
                    <a:pt x="1216478" y="225687"/>
                  </a:lnTo>
                  <a:lnTo>
                    <a:pt x="1186407" y="252969"/>
                  </a:lnTo>
                  <a:lnTo>
                    <a:pt x="1162515" y="265711"/>
                  </a:lnTo>
                  <a:lnTo>
                    <a:pt x="1159759" y="266699"/>
                  </a:lnTo>
                  <a:close/>
                </a:path>
              </a:pathLst>
            </a:custGeom>
            <a:solidFill>
              <a:srgbClr val="4DD98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45047" y="4569473"/>
            <a:ext cx="939165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4DD98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Deep</a:t>
            </a:r>
            <a:r>
              <a:rPr sz="1050" b="1" spc="-15" dirty="0">
                <a:solidFill>
                  <a:srgbClr val="4DD98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050" b="1" spc="-10" dirty="0">
                <a:solidFill>
                  <a:srgbClr val="4DD98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Learning</a:t>
            </a:r>
            <a:endParaRPr sz="10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714749" y="4533899"/>
            <a:ext cx="1457325" cy="276225"/>
            <a:chOff x="3714749" y="4533899"/>
            <a:chExt cx="1457325" cy="276225"/>
          </a:xfrm>
        </p:grpSpPr>
        <p:sp>
          <p:nvSpPr>
            <p:cNvPr id="14" name="object 14"/>
            <p:cNvSpPr/>
            <p:nvPr/>
          </p:nvSpPr>
          <p:spPr>
            <a:xfrm>
              <a:off x="3714749" y="4533899"/>
              <a:ext cx="1457325" cy="276225"/>
            </a:xfrm>
            <a:custGeom>
              <a:avLst/>
              <a:gdLst/>
              <a:ahLst/>
              <a:cxnLst/>
              <a:rect l="l" t="t" r="r" b="b"/>
              <a:pathLst>
                <a:path w="1457325" h="276225">
                  <a:moveTo>
                    <a:pt x="1319212" y="276224"/>
                  </a:moveTo>
                  <a:lnTo>
                    <a:pt x="138112" y="276224"/>
                  </a:lnTo>
                  <a:lnTo>
                    <a:pt x="124506" y="275567"/>
                  </a:lnTo>
                  <a:lnTo>
                    <a:pt x="85258" y="265711"/>
                  </a:lnTo>
                  <a:lnTo>
                    <a:pt x="50537" y="244928"/>
                  </a:lnTo>
                  <a:lnTo>
                    <a:pt x="23254" y="214857"/>
                  </a:lnTo>
                  <a:lnTo>
                    <a:pt x="5913" y="178143"/>
                  </a:lnTo>
                  <a:lnTo>
                    <a:pt x="0" y="138112"/>
                  </a:lnTo>
                  <a:lnTo>
                    <a:pt x="656" y="124506"/>
                  </a:lnTo>
                  <a:lnTo>
                    <a:pt x="10512" y="85258"/>
                  </a:lnTo>
                  <a:lnTo>
                    <a:pt x="31295" y="50536"/>
                  </a:lnTo>
                  <a:lnTo>
                    <a:pt x="61366" y="23254"/>
                  </a:lnTo>
                  <a:lnTo>
                    <a:pt x="98080" y="5913"/>
                  </a:lnTo>
                  <a:lnTo>
                    <a:pt x="138112" y="0"/>
                  </a:lnTo>
                  <a:lnTo>
                    <a:pt x="1319212" y="0"/>
                  </a:lnTo>
                  <a:lnTo>
                    <a:pt x="1359243" y="5913"/>
                  </a:lnTo>
                  <a:lnTo>
                    <a:pt x="1395957" y="23254"/>
                  </a:lnTo>
                  <a:lnTo>
                    <a:pt x="1426027" y="50536"/>
                  </a:lnTo>
                  <a:lnTo>
                    <a:pt x="1446810" y="85258"/>
                  </a:lnTo>
                  <a:lnTo>
                    <a:pt x="1456667" y="124506"/>
                  </a:lnTo>
                  <a:lnTo>
                    <a:pt x="1457324" y="138112"/>
                  </a:lnTo>
                  <a:lnTo>
                    <a:pt x="1456667" y="151717"/>
                  </a:lnTo>
                  <a:lnTo>
                    <a:pt x="1446810" y="190965"/>
                  </a:lnTo>
                  <a:lnTo>
                    <a:pt x="1426027" y="225687"/>
                  </a:lnTo>
                  <a:lnTo>
                    <a:pt x="1395957" y="252969"/>
                  </a:lnTo>
                  <a:lnTo>
                    <a:pt x="1359243" y="270310"/>
                  </a:lnTo>
                  <a:lnTo>
                    <a:pt x="1319212" y="276224"/>
                  </a:lnTo>
                  <a:close/>
                </a:path>
              </a:pathLst>
            </a:custGeom>
            <a:solidFill>
              <a:srgbClr val="F06449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714749" y="4533900"/>
              <a:ext cx="1457325" cy="276225"/>
            </a:xfrm>
            <a:custGeom>
              <a:avLst/>
              <a:gdLst/>
              <a:ahLst/>
              <a:cxnLst/>
              <a:rect l="l" t="t" r="r" b="b"/>
              <a:pathLst>
                <a:path w="1457325" h="276225">
                  <a:moveTo>
                    <a:pt x="1319212" y="276224"/>
                  </a:moveTo>
                  <a:lnTo>
                    <a:pt x="138112" y="276224"/>
                  </a:lnTo>
                  <a:lnTo>
                    <a:pt x="124506" y="275567"/>
                  </a:lnTo>
                  <a:lnTo>
                    <a:pt x="85258" y="265711"/>
                  </a:lnTo>
                  <a:lnTo>
                    <a:pt x="50537" y="244928"/>
                  </a:lnTo>
                  <a:lnTo>
                    <a:pt x="23254" y="214857"/>
                  </a:lnTo>
                  <a:lnTo>
                    <a:pt x="5913" y="178143"/>
                  </a:lnTo>
                  <a:lnTo>
                    <a:pt x="0" y="138112"/>
                  </a:lnTo>
                  <a:lnTo>
                    <a:pt x="656" y="124506"/>
                  </a:lnTo>
                  <a:lnTo>
                    <a:pt x="10512" y="85258"/>
                  </a:lnTo>
                  <a:lnTo>
                    <a:pt x="31295" y="50536"/>
                  </a:lnTo>
                  <a:lnTo>
                    <a:pt x="61366" y="23254"/>
                  </a:lnTo>
                  <a:lnTo>
                    <a:pt x="98080" y="5913"/>
                  </a:lnTo>
                  <a:lnTo>
                    <a:pt x="138112" y="0"/>
                  </a:lnTo>
                  <a:lnTo>
                    <a:pt x="1319212" y="0"/>
                  </a:lnTo>
                  <a:lnTo>
                    <a:pt x="1332817" y="657"/>
                  </a:lnTo>
                  <a:lnTo>
                    <a:pt x="1346161" y="2628"/>
                  </a:lnTo>
                  <a:lnTo>
                    <a:pt x="1359243" y="5913"/>
                  </a:lnTo>
                  <a:lnTo>
                    <a:pt x="1369311" y="9524"/>
                  </a:lnTo>
                  <a:lnTo>
                    <a:pt x="129669" y="9524"/>
                  </a:lnTo>
                  <a:lnTo>
                    <a:pt x="121307" y="10348"/>
                  </a:lnTo>
                  <a:lnTo>
                    <a:pt x="81103" y="22544"/>
                  </a:lnTo>
                  <a:lnTo>
                    <a:pt x="41217" y="53157"/>
                  </a:lnTo>
                  <a:lnTo>
                    <a:pt x="16082" y="96704"/>
                  </a:lnTo>
                  <a:lnTo>
                    <a:pt x="9524" y="129669"/>
                  </a:lnTo>
                  <a:lnTo>
                    <a:pt x="9524" y="146555"/>
                  </a:lnTo>
                  <a:lnTo>
                    <a:pt x="22544" y="195121"/>
                  </a:lnTo>
                  <a:lnTo>
                    <a:pt x="53157" y="235007"/>
                  </a:lnTo>
                  <a:lnTo>
                    <a:pt x="96704" y="260142"/>
                  </a:lnTo>
                  <a:lnTo>
                    <a:pt x="129669" y="266699"/>
                  </a:lnTo>
                  <a:lnTo>
                    <a:pt x="1369308" y="266699"/>
                  </a:lnTo>
                  <a:lnTo>
                    <a:pt x="1359243" y="270310"/>
                  </a:lnTo>
                  <a:lnTo>
                    <a:pt x="1346161" y="273596"/>
                  </a:lnTo>
                  <a:lnTo>
                    <a:pt x="1332817" y="275567"/>
                  </a:lnTo>
                  <a:lnTo>
                    <a:pt x="1319212" y="276224"/>
                  </a:lnTo>
                  <a:close/>
                </a:path>
                <a:path w="1457325" h="276225">
                  <a:moveTo>
                    <a:pt x="1369308" y="266699"/>
                  </a:moveTo>
                  <a:lnTo>
                    <a:pt x="1327655" y="266699"/>
                  </a:lnTo>
                  <a:lnTo>
                    <a:pt x="1336017" y="265876"/>
                  </a:lnTo>
                  <a:lnTo>
                    <a:pt x="1352579" y="262581"/>
                  </a:lnTo>
                  <a:lnTo>
                    <a:pt x="1397671" y="240338"/>
                  </a:lnTo>
                  <a:lnTo>
                    <a:pt x="1430819" y="202531"/>
                  </a:lnTo>
                  <a:lnTo>
                    <a:pt x="1446976" y="154917"/>
                  </a:lnTo>
                  <a:lnTo>
                    <a:pt x="1447799" y="146555"/>
                  </a:lnTo>
                  <a:lnTo>
                    <a:pt x="1447799" y="129669"/>
                  </a:lnTo>
                  <a:lnTo>
                    <a:pt x="1434780" y="81103"/>
                  </a:lnTo>
                  <a:lnTo>
                    <a:pt x="1404167" y="41217"/>
                  </a:lnTo>
                  <a:lnTo>
                    <a:pt x="1360619" y="16081"/>
                  </a:lnTo>
                  <a:lnTo>
                    <a:pt x="1327655" y="9524"/>
                  </a:lnTo>
                  <a:lnTo>
                    <a:pt x="1369311" y="9524"/>
                  </a:lnTo>
                  <a:lnTo>
                    <a:pt x="1406786" y="31295"/>
                  </a:lnTo>
                  <a:lnTo>
                    <a:pt x="1434069" y="61366"/>
                  </a:lnTo>
                  <a:lnTo>
                    <a:pt x="1451410" y="98079"/>
                  </a:lnTo>
                  <a:lnTo>
                    <a:pt x="1457324" y="138112"/>
                  </a:lnTo>
                  <a:lnTo>
                    <a:pt x="1456667" y="151717"/>
                  </a:lnTo>
                  <a:lnTo>
                    <a:pt x="1446810" y="190965"/>
                  </a:lnTo>
                  <a:lnTo>
                    <a:pt x="1426027" y="225687"/>
                  </a:lnTo>
                  <a:lnTo>
                    <a:pt x="1395957" y="252969"/>
                  </a:lnTo>
                  <a:lnTo>
                    <a:pt x="1372065" y="265711"/>
                  </a:lnTo>
                  <a:lnTo>
                    <a:pt x="1369308" y="266699"/>
                  </a:lnTo>
                  <a:close/>
                </a:path>
              </a:pathLst>
            </a:custGeom>
            <a:solidFill>
              <a:srgbClr val="F06449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860551" y="4569473"/>
            <a:ext cx="1153160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F0644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Signal</a:t>
            </a:r>
            <a:r>
              <a:rPr sz="1050" b="1" spc="-30" dirty="0">
                <a:solidFill>
                  <a:srgbClr val="F0644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050" b="1" spc="-10" dirty="0">
                <a:solidFill>
                  <a:srgbClr val="F0644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Processing</a:t>
            </a:r>
            <a:endParaRPr sz="10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343524" y="4533899"/>
            <a:ext cx="1219200" cy="276225"/>
            <a:chOff x="5343524" y="4533899"/>
            <a:chExt cx="1219200" cy="276225"/>
          </a:xfrm>
        </p:grpSpPr>
        <p:sp>
          <p:nvSpPr>
            <p:cNvPr id="18" name="object 18"/>
            <p:cNvSpPr/>
            <p:nvPr/>
          </p:nvSpPr>
          <p:spPr>
            <a:xfrm>
              <a:off x="5343524" y="4533899"/>
              <a:ext cx="1219200" cy="276225"/>
            </a:xfrm>
            <a:custGeom>
              <a:avLst/>
              <a:gdLst/>
              <a:ahLst/>
              <a:cxnLst/>
              <a:rect l="l" t="t" r="r" b="b"/>
              <a:pathLst>
                <a:path w="1219200" h="276225">
                  <a:moveTo>
                    <a:pt x="1081087" y="276224"/>
                  </a:moveTo>
                  <a:lnTo>
                    <a:pt x="138112" y="276224"/>
                  </a:lnTo>
                  <a:lnTo>
                    <a:pt x="124506" y="275567"/>
                  </a:lnTo>
                  <a:lnTo>
                    <a:pt x="85258" y="265711"/>
                  </a:lnTo>
                  <a:lnTo>
                    <a:pt x="50536" y="244928"/>
                  </a:lnTo>
                  <a:lnTo>
                    <a:pt x="23253" y="214857"/>
                  </a:lnTo>
                  <a:lnTo>
                    <a:pt x="5913" y="178143"/>
                  </a:lnTo>
                  <a:lnTo>
                    <a:pt x="0" y="138112"/>
                  </a:lnTo>
                  <a:lnTo>
                    <a:pt x="656" y="124506"/>
                  </a:lnTo>
                  <a:lnTo>
                    <a:pt x="10512" y="85258"/>
                  </a:lnTo>
                  <a:lnTo>
                    <a:pt x="31295" y="50536"/>
                  </a:lnTo>
                  <a:lnTo>
                    <a:pt x="61366" y="23254"/>
                  </a:lnTo>
                  <a:lnTo>
                    <a:pt x="98079" y="5913"/>
                  </a:lnTo>
                  <a:lnTo>
                    <a:pt x="138112" y="0"/>
                  </a:lnTo>
                  <a:lnTo>
                    <a:pt x="1081087" y="0"/>
                  </a:lnTo>
                  <a:lnTo>
                    <a:pt x="1121118" y="5913"/>
                  </a:lnTo>
                  <a:lnTo>
                    <a:pt x="1157831" y="23254"/>
                  </a:lnTo>
                  <a:lnTo>
                    <a:pt x="1187902" y="50536"/>
                  </a:lnTo>
                  <a:lnTo>
                    <a:pt x="1208685" y="85258"/>
                  </a:lnTo>
                  <a:lnTo>
                    <a:pt x="1218542" y="124506"/>
                  </a:lnTo>
                  <a:lnTo>
                    <a:pt x="1219199" y="138112"/>
                  </a:lnTo>
                  <a:lnTo>
                    <a:pt x="1218542" y="151717"/>
                  </a:lnTo>
                  <a:lnTo>
                    <a:pt x="1208685" y="190965"/>
                  </a:lnTo>
                  <a:lnTo>
                    <a:pt x="1187902" y="225687"/>
                  </a:lnTo>
                  <a:lnTo>
                    <a:pt x="1157831" y="252969"/>
                  </a:lnTo>
                  <a:lnTo>
                    <a:pt x="1121118" y="270310"/>
                  </a:lnTo>
                  <a:lnTo>
                    <a:pt x="1081087" y="276224"/>
                  </a:lnTo>
                  <a:close/>
                </a:path>
              </a:pathLst>
            </a:custGeom>
            <a:solidFill>
              <a:srgbClr val="F0BF40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5343524" y="4533900"/>
              <a:ext cx="1219200" cy="276225"/>
            </a:xfrm>
            <a:custGeom>
              <a:avLst/>
              <a:gdLst/>
              <a:ahLst/>
              <a:cxnLst/>
              <a:rect l="l" t="t" r="r" b="b"/>
              <a:pathLst>
                <a:path w="1219200" h="276225">
                  <a:moveTo>
                    <a:pt x="1081087" y="276224"/>
                  </a:moveTo>
                  <a:lnTo>
                    <a:pt x="138112" y="276224"/>
                  </a:lnTo>
                  <a:lnTo>
                    <a:pt x="124506" y="275567"/>
                  </a:lnTo>
                  <a:lnTo>
                    <a:pt x="85258" y="265711"/>
                  </a:lnTo>
                  <a:lnTo>
                    <a:pt x="50536" y="244928"/>
                  </a:lnTo>
                  <a:lnTo>
                    <a:pt x="23253" y="214857"/>
                  </a:lnTo>
                  <a:lnTo>
                    <a:pt x="5913" y="178143"/>
                  </a:lnTo>
                  <a:lnTo>
                    <a:pt x="0" y="138112"/>
                  </a:lnTo>
                  <a:lnTo>
                    <a:pt x="656" y="124506"/>
                  </a:lnTo>
                  <a:lnTo>
                    <a:pt x="10512" y="85258"/>
                  </a:lnTo>
                  <a:lnTo>
                    <a:pt x="31295" y="50536"/>
                  </a:lnTo>
                  <a:lnTo>
                    <a:pt x="61366" y="23254"/>
                  </a:lnTo>
                  <a:lnTo>
                    <a:pt x="98079" y="5913"/>
                  </a:lnTo>
                  <a:lnTo>
                    <a:pt x="138112" y="0"/>
                  </a:lnTo>
                  <a:lnTo>
                    <a:pt x="1081087" y="0"/>
                  </a:lnTo>
                  <a:lnTo>
                    <a:pt x="1094692" y="657"/>
                  </a:lnTo>
                  <a:lnTo>
                    <a:pt x="1108036" y="2628"/>
                  </a:lnTo>
                  <a:lnTo>
                    <a:pt x="1121118" y="5913"/>
                  </a:lnTo>
                  <a:lnTo>
                    <a:pt x="1131186" y="9524"/>
                  </a:lnTo>
                  <a:lnTo>
                    <a:pt x="129669" y="9524"/>
                  </a:lnTo>
                  <a:lnTo>
                    <a:pt x="121307" y="10348"/>
                  </a:lnTo>
                  <a:lnTo>
                    <a:pt x="81103" y="22544"/>
                  </a:lnTo>
                  <a:lnTo>
                    <a:pt x="41217" y="53157"/>
                  </a:lnTo>
                  <a:lnTo>
                    <a:pt x="16081" y="96704"/>
                  </a:lnTo>
                  <a:lnTo>
                    <a:pt x="9524" y="129669"/>
                  </a:lnTo>
                  <a:lnTo>
                    <a:pt x="9524" y="146555"/>
                  </a:lnTo>
                  <a:lnTo>
                    <a:pt x="22544" y="195121"/>
                  </a:lnTo>
                  <a:lnTo>
                    <a:pt x="53157" y="235007"/>
                  </a:lnTo>
                  <a:lnTo>
                    <a:pt x="96704" y="260142"/>
                  </a:lnTo>
                  <a:lnTo>
                    <a:pt x="129669" y="266699"/>
                  </a:lnTo>
                  <a:lnTo>
                    <a:pt x="1131182" y="266699"/>
                  </a:lnTo>
                  <a:lnTo>
                    <a:pt x="1121118" y="270310"/>
                  </a:lnTo>
                  <a:lnTo>
                    <a:pt x="1108036" y="273596"/>
                  </a:lnTo>
                  <a:lnTo>
                    <a:pt x="1094692" y="275567"/>
                  </a:lnTo>
                  <a:lnTo>
                    <a:pt x="1081087" y="276224"/>
                  </a:lnTo>
                  <a:close/>
                </a:path>
                <a:path w="1219200" h="276225">
                  <a:moveTo>
                    <a:pt x="1131182" y="266699"/>
                  </a:moveTo>
                  <a:lnTo>
                    <a:pt x="1089530" y="266699"/>
                  </a:lnTo>
                  <a:lnTo>
                    <a:pt x="1097892" y="265876"/>
                  </a:lnTo>
                  <a:lnTo>
                    <a:pt x="1114454" y="262581"/>
                  </a:lnTo>
                  <a:lnTo>
                    <a:pt x="1159546" y="240338"/>
                  </a:lnTo>
                  <a:lnTo>
                    <a:pt x="1192694" y="202531"/>
                  </a:lnTo>
                  <a:lnTo>
                    <a:pt x="1208851" y="154917"/>
                  </a:lnTo>
                  <a:lnTo>
                    <a:pt x="1209674" y="146555"/>
                  </a:lnTo>
                  <a:lnTo>
                    <a:pt x="1209674" y="129669"/>
                  </a:lnTo>
                  <a:lnTo>
                    <a:pt x="1196655" y="81103"/>
                  </a:lnTo>
                  <a:lnTo>
                    <a:pt x="1166042" y="41217"/>
                  </a:lnTo>
                  <a:lnTo>
                    <a:pt x="1122495" y="16081"/>
                  </a:lnTo>
                  <a:lnTo>
                    <a:pt x="1089530" y="9524"/>
                  </a:lnTo>
                  <a:lnTo>
                    <a:pt x="1131186" y="9524"/>
                  </a:lnTo>
                  <a:lnTo>
                    <a:pt x="1168661" y="31295"/>
                  </a:lnTo>
                  <a:lnTo>
                    <a:pt x="1195944" y="61366"/>
                  </a:lnTo>
                  <a:lnTo>
                    <a:pt x="1213285" y="98079"/>
                  </a:lnTo>
                  <a:lnTo>
                    <a:pt x="1219199" y="138112"/>
                  </a:lnTo>
                  <a:lnTo>
                    <a:pt x="1218542" y="151717"/>
                  </a:lnTo>
                  <a:lnTo>
                    <a:pt x="1208685" y="190965"/>
                  </a:lnTo>
                  <a:lnTo>
                    <a:pt x="1187902" y="225687"/>
                  </a:lnTo>
                  <a:lnTo>
                    <a:pt x="1157831" y="252969"/>
                  </a:lnTo>
                  <a:lnTo>
                    <a:pt x="1133939" y="265711"/>
                  </a:lnTo>
                  <a:lnTo>
                    <a:pt x="1131182" y="266699"/>
                  </a:lnTo>
                  <a:close/>
                </a:path>
              </a:pathLst>
            </a:custGeom>
            <a:solidFill>
              <a:srgbClr val="F0BF4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490071" y="4569473"/>
            <a:ext cx="916940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F0BF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Sensor</a:t>
            </a:r>
            <a:r>
              <a:rPr sz="1050" b="1" spc="-50" dirty="0">
                <a:solidFill>
                  <a:srgbClr val="F0BF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050" b="1" spc="-25" dirty="0">
                <a:solidFill>
                  <a:srgbClr val="F0BF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Fusion</a:t>
            </a:r>
            <a:endParaRPr sz="10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734174" y="4533899"/>
            <a:ext cx="1181100" cy="276225"/>
            <a:chOff x="6734174" y="4533899"/>
            <a:chExt cx="1181100" cy="276225"/>
          </a:xfrm>
        </p:grpSpPr>
        <p:sp>
          <p:nvSpPr>
            <p:cNvPr id="22" name="object 22"/>
            <p:cNvSpPr/>
            <p:nvPr/>
          </p:nvSpPr>
          <p:spPr>
            <a:xfrm>
              <a:off x="6734174" y="4533899"/>
              <a:ext cx="1181100" cy="276225"/>
            </a:xfrm>
            <a:custGeom>
              <a:avLst/>
              <a:gdLst/>
              <a:ahLst/>
              <a:cxnLst/>
              <a:rect l="l" t="t" r="r" b="b"/>
              <a:pathLst>
                <a:path w="1181100" h="276225">
                  <a:moveTo>
                    <a:pt x="1042987" y="276224"/>
                  </a:moveTo>
                  <a:lnTo>
                    <a:pt x="138112" y="276224"/>
                  </a:lnTo>
                  <a:lnTo>
                    <a:pt x="124507" y="275567"/>
                  </a:lnTo>
                  <a:lnTo>
                    <a:pt x="85259" y="265711"/>
                  </a:lnTo>
                  <a:lnTo>
                    <a:pt x="50537" y="244928"/>
                  </a:lnTo>
                  <a:lnTo>
                    <a:pt x="23254" y="214857"/>
                  </a:lnTo>
                  <a:lnTo>
                    <a:pt x="5912" y="178143"/>
                  </a:lnTo>
                  <a:lnTo>
                    <a:pt x="0" y="138112"/>
                  </a:lnTo>
                  <a:lnTo>
                    <a:pt x="656" y="124506"/>
                  </a:lnTo>
                  <a:lnTo>
                    <a:pt x="10512" y="85258"/>
                  </a:lnTo>
                  <a:lnTo>
                    <a:pt x="31296" y="50536"/>
                  </a:lnTo>
                  <a:lnTo>
                    <a:pt x="61366" y="23254"/>
                  </a:lnTo>
                  <a:lnTo>
                    <a:pt x="98080" y="5913"/>
                  </a:lnTo>
                  <a:lnTo>
                    <a:pt x="138112" y="0"/>
                  </a:lnTo>
                  <a:lnTo>
                    <a:pt x="1042987" y="0"/>
                  </a:lnTo>
                  <a:lnTo>
                    <a:pt x="1083018" y="5913"/>
                  </a:lnTo>
                  <a:lnTo>
                    <a:pt x="1119732" y="23254"/>
                  </a:lnTo>
                  <a:lnTo>
                    <a:pt x="1149803" y="50536"/>
                  </a:lnTo>
                  <a:lnTo>
                    <a:pt x="1170585" y="85258"/>
                  </a:lnTo>
                  <a:lnTo>
                    <a:pt x="1180442" y="124506"/>
                  </a:lnTo>
                  <a:lnTo>
                    <a:pt x="1181099" y="138112"/>
                  </a:lnTo>
                  <a:lnTo>
                    <a:pt x="1180442" y="151717"/>
                  </a:lnTo>
                  <a:lnTo>
                    <a:pt x="1170585" y="190965"/>
                  </a:lnTo>
                  <a:lnTo>
                    <a:pt x="1149803" y="225687"/>
                  </a:lnTo>
                  <a:lnTo>
                    <a:pt x="1119732" y="252969"/>
                  </a:lnTo>
                  <a:lnTo>
                    <a:pt x="1083018" y="270310"/>
                  </a:lnTo>
                  <a:lnTo>
                    <a:pt x="1042987" y="276224"/>
                  </a:lnTo>
                  <a:close/>
                </a:path>
              </a:pathLst>
            </a:custGeom>
            <a:solidFill>
              <a:srgbClr val="A06FF0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6734174" y="4533900"/>
              <a:ext cx="1181100" cy="276225"/>
            </a:xfrm>
            <a:custGeom>
              <a:avLst/>
              <a:gdLst/>
              <a:ahLst/>
              <a:cxnLst/>
              <a:rect l="l" t="t" r="r" b="b"/>
              <a:pathLst>
                <a:path w="1181100" h="276225">
                  <a:moveTo>
                    <a:pt x="1042987" y="276224"/>
                  </a:moveTo>
                  <a:lnTo>
                    <a:pt x="138112" y="276224"/>
                  </a:lnTo>
                  <a:lnTo>
                    <a:pt x="124507" y="275567"/>
                  </a:lnTo>
                  <a:lnTo>
                    <a:pt x="85259" y="265711"/>
                  </a:lnTo>
                  <a:lnTo>
                    <a:pt x="50537" y="244928"/>
                  </a:lnTo>
                  <a:lnTo>
                    <a:pt x="23254" y="214857"/>
                  </a:lnTo>
                  <a:lnTo>
                    <a:pt x="5912" y="178143"/>
                  </a:lnTo>
                  <a:lnTo>
                    <a:pt x="0" y="138112"/>
                  </a:lnTo>
                  <a:lnTo>
                    <a:pt x="656" y="124506"/>
                  </a:lnTo>
                  <a:lnTo>
                    <a:pt x="10512" y="85258"/>
                  </a:lnTo>
                  <a:lnTo>
                    <a:pt x="31296" y="50536"/>
                  </a:lnTo>
                  <a:lnTo>
                    <a:pt x="61366" y="23254"/>
                  </a:lnTo>
                  <a:lnTo>
                    <a:pt x="98080" y="5913"/>
                  </a:lnTo>
                  <a:lnTo>
                    <a:pt x="138112" y="0"/>
                  </a:lnTo>
                  <a:lnTo>
                    <a:pt x="1042987" y="0"/>
                  </a:lnTo>
                  <a:lnTo>
                    <a:pt x="1056592" y="657"/>
                  </a:lnTo>
                  <a:lnTo>
                    <a:pt x="1069936" y="2628"/>
                  </a:lnTo>
                  <a:lnTo>
                    <a:pt x="1083018" y="5913"/>
                  </a:lnTo>
                  <a:lnTo>
                    <a:pt x="1093086" y="9524"/>
                  </a:lnTo>
                  <a:lnTo>
                    <a:pt x="129669" y="9524"/>
                  </a:lnTo>
                  <a:lnTo>
                    <a:pt x="121307" y="10348"/>
                  </a:lnTo>
                  <a:lnTo>
                    <a:pt x="81103" y="22544"/>
                  </a:lnTo>
                  <a:lnTo>
                    <a:pt x="41217" y="53157"/>
                  </a:lnTo>
                  <a:lnTo>
                    <a:pt x="16081" y="96704"/>
                  </a:lnTo>
                  <a:lnTo>
                    <a:pt x="9524" y="129669"/>
                  </a:lnTo>
                  <a:lnTo>
                    <a:pt x="9524" y="146555"/>
                  </a:lnTo>
                  <a:lnTo>
                    <a:pt x="22544" y="195121"/>
                  </a:lnTo>
                  <a:lnTo>
                    <a:pt x="53157" y="235007"/>
                  </a:lnTo>
                  <a:lnTo>
                    <a:pt x="96704" y="260142"/>
                  </a:lnTo>
                  <a:lnTo>
                    <a:pt x="129669" y="266699"/>
                  </a:lnTo>
                  <a:lnTo>
                    <a:pt x="1093083" y="266699"/>
                  </a:lnTo>
                  <a:lnTo>
                    <a:pt x="1083018" y="270310"/>
                  </a:lnTo>
                  <a:lnTo>
                    <a:pt x="1069936" y="273596"/>
                  </a:lnTo>
                  <a:lnTo>
                    <a:pt x="1056592" y="275567"/>
                  </a:lnTo>
                  <a:lnTo>
                    <a:pt x="1042987" y="276224"/>
                  </a:lnTo>
                  <a:close/>
                </a:path>
                <a:path w="1181100" h="276225">
                  <a:moveTo>
                    <a:pt x="1093083" y="266699"/>
                  </a:moveTo>
                  <a:lnTo>
                    <a:pt x="1051430" y="266699"/>
                  </a:lnTo>
                  <a:lnTo>
                    <a:pt x="1059792" y="265876"/>
                  </a:lnTo>
                  <a:lnTo>
                    <a:pt x="1076354" y="262581"/>
                  </a:lnTo>
                  <a:lnTo>
                    <a:pt x="1121446" y="240338"/>
                  </a:lnTo>
                  <a:lnTo>
                    <a:pt x="1154594" y="202531"/>
                  </a:lnTo>
                  <a:lnTo>
                    <a:pt x="1170751" y="154917"/>
                  </a:lnTo>
                  <a:lnTo>
                    <a:pt x="1171574" y="146555"/>
                  </a:lnTo>
                  <a:lnTo>
                    <a:pt x="1171574" y="129669"/>
                  </a:lnTo>
                  <a:lnTo>
                    <a:pt x="1158555" y="81103"/>
                  </a:lnTo>
                  <a:lnTo>
                    <a:pt x="1127942" y="41217"/>
                  </a:lnTo>
                  <a:lnTo>
                    <a:pt x="1084394" y="16081"/>
                  </a:lnTo>
                  <a:lnTo>
                    <a:pt x="1051430" y="9524"/>
                  </a:lnTo>
                  <a:lnTo>
                    <a:pt x="1093086" y="9524"/>
                  </a:lnTo>
                  <a:lnTo>
                    <a:pt x="1130562" y="31295"/>
                  </a:lnTo>
                  <a:lnTo>
                    <a:pt x="1157844" y="61366"/>
                  </a:lnTo>
                  <a:lnTo>
                    <a:pt x="1175185" y="98079"/>
                  </a:lnTo>
                  <a:lnTo>
                    <a:pt x="1181099" y="138112"/>
                  </a:lnTo>
                  <a:lnTo>
                    <a:pt x="1180442" y="151717"/>
                  </a:lnTo>
                  <a:lnTo>
                    <a:pt x="1170585" y="190965"/>
                  </a:lnTo>
                  <a:lnTo>
                    <a:pt x="1149803" y="225687"/>
                  </a:lnTo>
                  <a:lnTo>
                    <a:pt x="1119732" y="252969"/>
                  </a:lnTo>
                  <a:lnTo>
                    <a:pt x="1095840" y="265711"/>
                  </a:lnTo>
                  <a:lnTo>
                    <a:pt x="1093083" y="266699"/>
                  </a:lnTo>
                  <a:close/>
                </a:path>
              </a:pathLst>
            </a:custGeom>
            <a:solidFill>
              <a:srgbClr val="A06FF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883548" y="4569473"/>
            <a:ext cx="881380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A06F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</a:t>
            </a:r>
            <a:r>
              <a:rPr sz="1050" b="1" spc="-55" dirty="0">
                <a:solidFill>
                  <a:srgbClr val="A06F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050" b="1" spc="-10" dirty="0">
                <a:solidFill>
                  <a:srgbClr val="A06F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Designer</a:t>
            </a:r>
            <a:endParaRPr sz="10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9300" y="5232103"/>
            <a:ext cx="1648460" cy="20069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dirty="0">
                <a:solidFill>
                  <a:srgbClr val="66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NighQuest</a:t>
            </a:r>
            <a:r>
              <a:rPr sz="1200" spc="275" dirty="0">
                <a:solidFill>
                  <a:srgbClr val="66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200" dirty="0">
                <a:solidFill>
                  <a:srgbClr val="66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|</a:t>
            </a:r>
            <a:r>
              <a:rPr sz="1200" spc="425" dirty="0">
                <a:solidFill>
                  <a:srgbClr val="66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200" dirty="0">
                <a:solidFill>
                  <a:srgbClr val="66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May</a:t>
            </a:r>
            <a:r>
              <a:rPr sz="1200" spc="-50" dirty="0">
                <a:solidFill>
                  <a:srgbClr val="66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sz="1200" spc="-20" dirty="0">
                <a:solidFill>
                  <a:srgbClr val="66666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2026</a:t>
            </a:r>
            <a:endParaRPr sz="1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4630400" cy="8229600"/>
            <a:chOff x="0" y="0"/>
            <a:chExt cx="14630400" cy="8229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630398" cy="82295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58889" y="1825300"/>
              <a:ext cx="4671510" cy="64042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49300" y="1819535"/>
            <a:ext cx="142938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10" dirty="0">
                <a:solidFill>
                  <a:srgbClr val="A0A0B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1700" b="1" spc="-50" dirty="0">
                <a:solidFill>
                  <a:srgbClr val="A0A0B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700" b="1" spc="-135" dirty="0">
                <a:solidFill>
                  <a:srgbClr val="A0A0B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PROBLEM</a:t>
            </a:r>
            <a:endParaRPr sz="17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49300" y="2121796"/>
            <a:ext cx="5913755" cy="9772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3735"/>
              </a:lnSpc>
              <a:spcBef>
                <a:spcPts val="114"/>
              </a:spcBef>
            </a:pPr>
            <a:r>
              <a:rPr lang="en-GB" sz="3350" spc="-254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Fitness</a:t>
            </a:r>
            <a:r>
              <a:rPr lang="en-GB" sz="3350" spc="-31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3350" spc="-22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trackers</a:t>
            </a:r>
            <a:r>
              <a:rPr lang="en-GB" sz="3350" spc="-31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3350" spc="-22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cost</a:t>
            </a:r>
            <a:r>
              <a:rPr lang="en-GB" sz="3350" spc="-32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3350" spc="75" dirty="0">
                <a:solidFill>
                  <a:srgbClr val="F0644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$</a:t>
            </a:r>
            <a:r>
              <a:rPr lang="en-GB" sz="3050" spc="75" dirty="0">
                <a:solidFill>
                  <a:srgbClr val="F0644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200+</a:t>
            </a:r>
            <a:endParaRPr lang="en-GB" sz="305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ts val="3735"/>
              </a:lnSpc>
            </a:pPr>
            <a:r>
              <a:rPr lang="en-GB" sz="3350" spc="-204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but</a:t>
            </a:r>
            <a:r>
              <a:rPr lang="en-GB" sz="3350" spc="-34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3350" spc="-23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everyone</a:t>
            </a:r>
            <a:r>
              <a:rPr lang="en-GB" sz="3350" spc="-33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3350" spc="-204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already</a:t>
            </a:r>
            <a:r>
              <a:rPr lang="en-GB" sz="3350" spc="-41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3350" spc="-254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has</a:t>
            </a:r>
            <a:r>
              <a:rPr lang="en-GB" sz="3350" spc="-32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3350" spc="-25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lang="en-GB" sz="3350" spc="-24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3350" spc="-27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phone</a:t>
            </a:r>
            <a:endParaRPr lang="en-GB" sz="3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300" y="3254012"/>
            <a:ext cx="7245984" cy="875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90"/>
              </a:spcBef>
            </a:pP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Smartphones have</a:t>
            </a:r>
            <a:r>
              <a:rPr sz="1450" spc="-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accelerometers,</a:t>
            </a:r>
            <a:r>
              <a:rPr sz="1450" spc="9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gyroscopes,</a:t>
            </a:r>
            <a:r>
              <a:rPr sz="1450" spc="8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1450" spc="3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spc="-10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GPS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spc="5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—</a:t>
            </a:r>
            <a:r>
              <a:rPr sz="1450" spc="-1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1450" spc="-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same</a:t>
            </a:r>
            <a:r>
              <a:rPr sz="1450" spc="-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sensors used</a:t>
            </a:r>
            <a:r>
              <a:rPr sz="1450" spc="3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spc="-2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by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expensive</a:t>
            </a:r>
            <a:r>
              <a:rPr sz="1450" spc="2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wearables.</a:t>
            </a:r>
            <a:r>
              <a:rPr sz="1450" spc="114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spc="-1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sz="1450" spc="3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built</a:t>
            </a:r>
            <a:r>
              <a:rPr sz="1450" spc="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sz="1450" spc="7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AI-powered</a:t>
            </a:r>
            <a:r>
              <a:rPr sz="1450" spc="6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system</a:t>
            </a:r>
            <a:r>
              <a:rPr sz="1450" spc="3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sz="1450" spc="1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turns</a:t>
            </a:r>
            <a:r>
              <a:rPr sz="1450" spc="3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your</a:t>
            </a:r>
            <a:r>
              <a:rPr sz="1450" spc="1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phone</a:t>
            </a:r>
            <a:r>
              <a:rPr sz="1450" spc="2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into</a:t>
            </a:r>
            <a:r>
              <a:rPr sz="1450" spc="2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spc="-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professional</a:t>
            </a:r>
            <a:r>
              <a:rPr sz="1450" spc="15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fitness</a:t>
            </a:r>
            <a:r>
              <a:rPr sz="1450" spc="6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tracker</a:t>
            </a:r>
            <a:r>
              <a:rPr sz="1450" spc="4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using</a:t>
            </a:r>
            <a:r>
              <a:rPr sz="1450" spc="9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spc="-1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MATLAB.</a:t>
            </a:r>
            <a:endParaRPr sz="14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1999" y="4591050"/>
            <a:ext cx="4238625" cy="1781175"/>
            <a:chOff x="761999" y="4591050"/>
            <a:chExt cx="4238625" cy="1781175"/>
          </a:xfrm>
        </p:grpSpPr>
        <p:sp>
          <p:nvSpPr>
            <p:cNvPr id="9" name="object 9"/>
            <p:cNvSpPr/>
            <p:nvPr/>
          </p:nvSpPr>
          <p:spPr>
            <a:xfrm>
              <a:off x="761999" y="4591050"/>
              <a:ext cx="4238625" cy="1781175"/>
            </a:xfrm>
            <a:custGeom>
              <a:avLst/>
              <a:gdLst/>
              <a:ahLst/>
              <a:cxnLst/>
              <a:rect l="l" t="t" r="r" b="b"/>
              <a:pathLst>
                <a:path w="4238625" h="1781175">
                  <a:moveTo>
                    <a:pt x="4086224" y="1781174"/>
                  </a:moveTo>
                  <a:lnTo>
                    <a:pt x="152399" y="1781174"/>
                  </a:lnTo>
                  <a:lnTo>
                    <a:pt x="137387" y="1780449"/>
                  </a:lnTo>
                  <a:lnTo>
                    <a:pt x="94078" y="1769572"/>
                  </a:lnTo>
                  <a:lnTo>
                    <a:pt x="55765" y="1746639"/>
                  </a:lnTo>
                  <a:lnTo>
                    <a:pt x="25660" y="1713458"/>
                  </a:lnTo>
                  <a:lnTo>
                    <a:pt x="6525" y="1672947"/>
                  </a:lnTo>
                  <a:lnTo>
                    <a:pt x="0" y="1628774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4"/>
                  </a:lnTo>
                  <a:lnTo>
                    <a:pt x="55765" y="34533"/>
                  </a:lnTo>
                  <a:lnTo>
                    <a:pt x="94078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4086224" y="0"/>
                  </a:lnTo>
                  <a:lnTo>
                    <a:pt x="4130397" y="6525"/>
                  </a:lnTo>
                  <a:lnTo>
                    <a:pt x="4170909" y="25659"/>
                  </a:lnTo>
                  <a:lnTo>
                    <a:pt x="4204090" y="55764"/>
                  </a:lnTo>
                  <a:lnTo>
                    <a:pt x="4227023" y="94078"/>
                  </a:lnTo>
                  <a:lnTo>
                    <a:pt x="4237899" y="137386"/>
                  </a:lnTo>
                  <a:lnTo>
                    <a:pt x="4238624" y="152399"/>
                  </a:lnTo>
                  <a:lnTo>
                    <a:pt x="4238624" y="1628774"/>
                  </a:lnTo>
                  <a:lnTo>
                    <a:pt x="4232098" y="1672947"/>
                  </a:lnTo>
                  <a:lnTo>
                    <a:pt x="4212964" y="1713458"/>
                  </a:lnTo>
                  <a:lnTo>
                    <a:pt x="4182859" y="1746639"/>
                  </a:lnTo>
                  <a:lnTo>
                    <a:pt x="4144545" y="1769572"/>
                  </a:lnTo>
                  <a:lnTo>
                    <a:pt x="4101237" y="1780449"/>
                  </a:lnTo>
                  <a:lnTo>
                    <a:pt x="4086224" y="1781174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61999" y="4591050"/>
              <a:ext cx="4238625" cy="1781175"/>
            </a:xfrm>
            <a:custGeom>
              <a:avLst/>
              <a:gdLst/>
              <a:ahLst/>
              <a:cxnLst/>
              <a:rect l="l" t="t" r="r" b="b"/>
              <a:pathLst>
                <a:path w="4238625" h="1781175">
                  <a:moveTo>
                    <a:pt x="4086224" y="1781174"/>
                  </a:moveTo>
                  <a:lnTo>
                    <a:pt x="152399" y="1781174"/>
                  </a:lnTo>
                  <a:lnTo>
                    <a:pt x="137387" y="1780449"/>
                  </a:lnTo>
                  <a:lnTo>
                    <a:pt x="94078" y="1769573"/>
                  </a:lnTo>
                  <a:lnTo>
                    <a:pt x="55765" y="1746639"/>
                  </a:lnTo>
                  <a:lnTo>
                    <a:pt x="25660" y="1713458"/>
                  </a:lnTo>
                  <a:lnTo>
                    <a:pt x="6525" y="1672947"/>
                  </a:lnTo>
                  <a:lnTo>
                    <a:pt x="0" y="1628774"/>
                  </a:lnTo>
                  <a:lnTo>
                    <a:pt x="0" y="152399"/>
                  </a:lnTo>
                  <a:lnTo>
                    <a:pt x="676" y="138395"/>
                  </a:lnTo>
                  <a:lnTo>
                    <a:pt x="724" y="137386"/>
                  </a:lnTo>
                  <a:lnTo>
                    <a:pt x="11600" y="94078"/>
                  </a:lnTo>
                  <a:lnTo>
                    <a:pt x="34533" y="55764"/>
                  </a:lnTo>
                  <a:lnTo>
                    <a:pt x="67715" y="25659"/>
                  </a:lnTo>
                  <a:lnTo>
                    <a:pt x="108226" y="6525"/>
                  </a:lnTo>
                  <a:lnTo>
                    <a:pt x="152399" y="0"/>
                  </a:lnTo>
                  <a:lnTo>
                    <a:pt x="4086224" y="0"/>
                  </a:lnTo>
                  <a:lnTo>
                    <a:pt x="4101237" y="725"/>
                  </a:lnTo>
                  <a:lnTo>
                    <a:pt x="4115962" y="2900"/>
                  </a:lnTo>
                  <a:lnTo>
                    <a:pt x="4130398" y="6525"/>
                  </a:lnTo>
                  <a:lnTo>
                    <a:pt x="4138760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5"/>
                  </a:lnTo>
                  <a:lnTo>
                    <a:pt x="37646" y="67281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628774"/>
                  </a:lnTo>
                  <a:lnTo>
                    <a:pt x="15675" y="1670249"/>
                  </a:lnTo>
                  <a:lnTo>
                    <a:pt x="33603" y="1708151"/>
                  </a:lnTo>
                  <a:lnTo>
                    <a:pt x="61759" y="1739220"/>
                  </a:lnTo>
                  <a:lnTo>
                    <a:pt x="97724" y="1760774"/>
                  </a:lnTo>
                  <a:lnTo>
                    <a:pt x="138395" y="1770963"/>
                  </a:lnTo>
                  <a:lnTo>
                    <a:pt x="152399" y="1771649"/>
                  </a:lnTo>
                  <a:lnTo>
                    <a:pt x="4138756" y="1771649"/>
                  </a:lnTo>
                  <a:lnTo>
                    <a:pt x="4130398" y="1774648"/>
                  </a:lnTo>
                  <a:lnTo>
                    <a:pt x="4115962" y="1778274"/>
                  </a:lnTo>
                  <a:lnTo>
                    <a:pt x="4101237" y="1780449"/>
                  </a:lnTo>
                  <a:lnTo>
                    <a:pt x="4086224" y="1781174"/>
                  </a:lnTo>
                  <a:close/>
                </a:path>
                <a:path w="4238625" h="1781175">
                  <a:moveTo>
                    <a:pt x="4138756" y="1771649"/>
                  </a:moveTo>
                  <a:lnTo>
                    <a:pt x="4086224" y="1771649"/>
                  </a:lnTo>
                  <a:lnTo>
                    <a:pt x="4093243" y="1771478"/>
                  </a:lnTo>
                  <a:lnTo>
                    <a:pt x="4100228" y="1770963"/>
                  </a:lnTo>
                  <a:lnTo>
                    <a:pt x="4140900" y="1760774"/>
                  </a:lnTo>
                  <a:lnTo>
                    <a:pt x="4176864" y="1739220"/>
                  </a:lnTo>
                  <a:lnTo>
                    <a:pt x="4205020" y="1708151"/>
                  </a:lnTo>
                  <a:lnTo>
                    <a:pt x="4222948" y="1670249"/>
                  </a:lnTo>
                  <a:lnTo>
                    <a:pt x="4229099" y="1628774"/>
                  </a:lnTo>
                  <a:lnTo>
                    <a:pt x="4229099" y="152399"/>
                  </a:lnTo>
                  <a:lnTo>
                    <a:pt x="4222948" y="110924"/>
                  </a:lnTo>
                  <a:lnTo>
                    <a:pt x="4205020" y="73022"/>
                  </a:lnTo>
                  <a:lnTo>
                    <a:pt x="4176864" y="41954"/>
                  </a:lnTo>
                  <a:lnTo>
                    <a:pt x="4140900" y="20400"/>
                  </a:lnTo>
                  <a:lnTo>
                    <a:pt x="4100228" y="10211"/>
                  </a:lnTo>
                  <a:lnTo>
                    <a:pt x="4086224" y="9524"/>
                  </a:lnTo>
                  <a:lnTo>
                    <a:pt x="4138760" y="9524"/>
                  </a:lnTo>
                  <a:lnTo>
                    <a:pt x="4182859" y="34533"/>
                  </a:lnTo>
                  <a:lnTo>
                    <a:pt x="4212964" y="67714"/>
                  </a:lnTo>
                  <a:lnTo>
                    <a:pt x="4232098" y="108226"/>
                  </a:lnTo>
                  <a:lnTo>
                    <a:pt x="4238624" y="152399"/>
                  </a:lnTo>
                  <a:lnTo>
                    <a:pt x="4238624" y="1628774"/>
                  </a:lnTo>
                  <a:lnTo>
                    <a:pt x="4237948" y="1642779"/>
                  </a:lnTo>
                  <a:lnTo>
                    <a:pt x="4227023" y="1687094"/>
                  </a:lnTo>
                  <a:lnTo>
                    <a:pt x="4204090" y="1725408"/>
                  </a:lnTo>
                  <a:lnTo>
                    <a:pt x="4170909" y="1755513"/>
                  </a:lnTo>
                  <a:lnTo>
                    <a:pt x="4144545" y="1769573"/>
                  </a:lnTo>
                  <a:lnTo>
                    <a:pt x="4138756" y="177164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25524" y="4665506"/>
            <a:ext cx="3311525" cy="1407795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2600" spc="21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📱</a:t>
            </a:r>
            <a:endParaRPr sz="26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400" b="1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Multi</a:t>
            </a:r>
            <a:r>
              <a:rPr sz="1350" b="1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</a:t>
            </a:r>
            <a:r>
              <a:rPr sz="1400" b="1" spc="-5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Sensor</a:t>
            </a:r>
            <a:r>
              <a:rPr sz="1400" b="1" spc="-1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spc="-2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endParaRPr sz="14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 marR="5080">
              <a:lnSpc>
                <a:spcPct val="114599"/>
              </a:lnSpc>
              <a:spcBef>
                <a:spcPts val="409"/>
              </a:spcBef>
            </a:pP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Accelerometer</a:t>
            </a:r>
            <a:r>
              <a:rPr sz="1200" spc="2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  <a:r>
              <a:rPr sz="1200" spc="9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Gyroscope</a:t>
            </a:r>
            <a:r>
              <a:rPr sz="1200" spc="3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  <a:r>
              <a:rPr sz="1200" spc="9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8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GPS</a:t>
            </a:r>
            <a:r>
              <a:rPr sz="1200" spc="3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captured</a:t>
            </a:r>
            <a:r>
              <a:rPr sz="1200" spc="7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via </a:t>
            </a:r>
            <a:r>
              <a:rPr sz="1200" spc="-3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MATLAB</a:t>
            </a:r>
            <a:r>
              <a:rPr sz="1200" spc="-5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Mobile</a:t>
            </a:r>
            <a:endParaRPr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191124" y="4591050"/>
            <a:ext cx="4248150" cy="1781175"/>
            <a:chOff x="5191124" y="4591050"/>
            <a:chExt cx="4248150" cy="1781175"/>
          </a:xfrm>
        </p:grpSpPr>
        <p:sp>
          <p:nvSpPr>
            <p:cNvPr id="13" name="object 13"/>
            <p:cNvSpPr/>
            <p:nvPr/>
          </p:nvSpPr>
          <p:spPr>
            <a:xfrm>
              <a:off x="5191124" y="4591050"/>
              <a:ext cx="4248150" cy="1781175"/>
            </a:xfrm>
            <a:custGeom>
              <a:avLst/>
              <a:gdLst/>
              <a:ahLst/>
              <a:cxnLst/>
              <a:rect l="l" t="t" r="r" b="b"/>
              <a:pathLst>
                <a:path w="4248150" h="1781175">
                  <a:moveTo>
                    <a:pt x="4095749" y="1781174"/>
                  </a:moveTo>
                  <a:lnTo>
                    <a:pt x="152399" y="1781174"/>
                  </a:lnTo>
                  <a:lnTo>
                    <a:pt x="137386" y="1780449"/>
                  </a:lnTo>
                  <a:lnTo>
                    <a:pt x="94078" y="1769572"/>
                  </a:lnTo>
                  <a:lnTo>
                    <a:pt x="55764" y="1746639"/>
                  </a:lnTo>
                  <a:lnTo>
                    <a:pt x="25659" y="1713458"/>
                  </a:lnTo>
                  <a:lnTo>
                    <a:pt x="6525" y="1672947"/>
                  </a:lnTo>
                  <a:lnTo>
                    <a:pt x="0" y="1628774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4095749" y="0"/>
                  </a:lnTo>
                  <a:lnTo>
                    <a:pt x="4139922" y="6525"/>
                  </a:lnTo>
                  <a:lnTo>
                    <a:pt x="4180433" y="25659"/>
                  </a:lnTo>
                  <a:lnTo>
                    <a:pt x="4213615" y="55764"/>
                  </a:lnTo>
                  <a:lnTo>
                    <a:pt x="4236547" y="94078"/>
                  </a:lnTo>
                  <a:lnTo>
                    <a:pt x="4247424" y="137386"/>
                  </a:lnTo>
                  <a:lnTo>
                    <a:pt x="4248149" y="152399"/>
                  </a:lnTo>
                  <a:lnTo>
                    <a:pt x="4248149" y="1628774"/>
                  </a:lnTo>
                  <a:lnTo>
                    <a:pt x="4241623" y="1672947"/>
                  </a:lnTo>
                  <a:lnTo>
                    <a:pt x="4222488" y="1713458"/>
                  </a:lnTo>
                  <a:lnTo>
                    <a:pt x="4192383" y="1746639"/>
                  </a:lnTo>
                  <a:lnTo>
                    <a:pt x="4154070" y="1769572"/>
                  </a:lnTo>
                  <a:lnTo>
                    <a:pt x="4110762" y="1780449"/>
                  </a:lnTo>
                  <a:lnTo>
                    <a:pt x="4095749" y="1781174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5191124" y="4591050"/>
              <a:ext cx="4248150" cy="1781175"/>
            </a:xfrm>
            <a:custGeom>
              <a:avLst/>
              <a:gdLst/>
              <a:ahLst/>
              <a:cxnLst/>
              <a:rect l="l" t="t" r="r" b="b"/>
              <a:pathLst>
                <a:path w="4248150" h="1781175">
                  <a:moveTo>
                    <a:pt x="4095749" y="1781174"/>
                  </a:moveTo>
                  <a:lnTo>
                    <a:pt x="152399" y="1781174"/>
                  </a:lnTo>
                  <a:lnTo>
                    <a:pt x="137386" y="1780449"/>
                  </a:lnTo>
                  <a:lnTo>
                    <a:pt x="94078" y="1769573"/>
                  </a:lnTo>
                  <a:lnTo>
                    <a:pt x="55764" y="1746639"/>
                  </a:lnTo>
                  <a:lnTo>
                    <a:pt x="25659" y="1713458"/>
                  </a:lnTo>
                  <a:lnTo>
                    <a:pt x="6525" y="1672947"/>
                  </a:lnTo>
                  <a:lnTo>
                    <a:pt x="0" y="1628774"/>
                  </a:lnTo>
                  <a:lnTo>
                    <a:pt x="0" y="152399"/>
                  </a:lnTo>
                  <a:lnTo>
                    <a:pt x="676" y="138395"/>
                  </a:lnTo>
                  <a:lnTo>
                    <a:pt x="724" y="137386"/>
                  </a:lnTo>
                  <a:lnTo>
                    <a:pt x="11600" y="94078"/>
                  </a:lnTo>
                  <a:lnTo>
                    <a:pt x="34533" y="55764"/>
                  </a:lnTo>
                  <a:lnTo>
                    <a:pt x="67714" y="25659"/>
                  </a:lnTo>
                  <a:lnTo>
                    <a:pt x="108225" y="6525"/>
                  </a:lnTo>
                  <a:lnTo>
                    <a:pt x="152399" y="0"/>
                  </a:lnTo>
                  <a:lnTo>
                    <a:pt x="4095749" y="0"/>
                  </a:lnTo>
                  <a:lnTo>
                    <a:pt x="4110762" y="725"/>
                  </a:lnTo>
                  <a:lnTo>
                    <a:pt x="4125486" y="2900"/>
                  </a:lnTo>
                  <a:lnTo>
                    <a:pt x="4139922" y="6525"/>
                  </a:lnTo>
                  <a:lnTo>
                    <a:pt x="414828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1" y="37645"/>
                  </a:lnTo>
                  <a:lnTo>
                    <a:pt x="37645" y="67281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628774"/>
                  </a:lnTo>
                  <a:lnTo>
                    <a:pt x="15675" y="1670249"/>
                  </a:lnTo>
                  <a:lnTo>
                    <a:pt x="33603" y="1708151"/>
                  </a:lnTo>
                  <a:lnTo>
                    <a:pt x="61759" y="1739220"/>
                  </a:lnTo>
                  <a:lnTo>
                    <a:pt x="97723" y="1760774"/>
                  </a:lnTo>
                  <a:lnTo>
                    <a:pt x="138395" y="1770963"/>
                  </a:lnTo>
                  <a:lnTo>
                    <a:pt x="152399" y="1771649"/>
                  </a:lnTo>
                  <a:lnTo>
                    <a:pt x="4148281" y="1771649"/>
                  </a:lnTo>
                  <a:lnTo>
                    <a:pt x="4139922" y="1774648"/>
                  </a:lnTo>
                  <a:lnTo>
                    <a:pt x="4125486" y="1778274"/>
                  </a:lnTo>
                  <a:lnTo>
                    <a:pt x="4110762" y="1780449"/>
                  </a:lnTo>
                  <a:lnTo>
                    <a:pt x="4095749" y="1781174"/>
                  </a:lnTo>
                  <a:close/>
                </a:path>
                <a:path w="4248150" h="1781175">
                  <a:moveTo>
                    <a:pt x="4148281" y="1771649"/>
                  </a:moveTo>
                  <a:lnTo>
                    <a:pt x="4095749" y="1771649"/>
                  </a:lnTo>
                  <a:lnTo>
                    <a:pt x="4102768" y="1771478"/>
                  </a:lnTo>
                  <a:lnTo>
                    <a:pt x="4109753" y="1770963"/>
                  </a:lnTo>
                  <a:lnTo>
                    <a:pt x="4150425" y="1760774"/>
                  </a:lnTo>
                  <a:lnTo>
                    <a:pt x="4186389" y="1739220"/>
                  </a:lnTo>
                  <a:lnTo>
                    <a:pt x="4214545" y="1708151"/>
                  </a:lnTo>
                  <a:lnTo>
                    <a:pt x="4232473" y="1670249"/>
                  </a:lnTo>
                  <a:lnTo>
                    <a:pt x="4238624" y="1628774"/>
                  </a:lnTo>
                  <a:lnTo>
                    <a:pt x="4238624" y="152399"/>
                  </a:lnTo>
                  <a:lnTo>
                    <a:pt x="4232473" y="110924"/>
                  </a:lnTo>
                  <a:lnTo>
                    <a:pt x="4214545" y="73022"/>
                  </a:lnTo>
                  <a:lnTo>
                    <a:pt x="4186389" y="41954"/>
                  </a:lnTo>
                  <a:lnTo>
                    <a:pt x="4150425" y="20400"/>
                  </a:lnTo>
                  <a:lnTo>
                    <a:pt x="4109753" y="10211"/>
                  </a:lnTo>
                  <a:lnTo>
                    <a:pt x="4095749" y="9524"/>
                  </a:lnTo>
                  <a:lnTo>
                    <a:pt x="4148284" y="9524"/>
                  </a:lnTo>
                  <a:lnTo>
                    <a:pt x="4192383" y="34533"/>
                  </a:lnTo>
                  <a:lnTo>
                    <a:pt x="4222488" y="67714"/>
                  </a:lnTo>
                  <a:lnTo>
                    <a:pt x="4241623" y="108226"/>
                  </a:lnTo>
                  <a:lnTo>
                    <a:pt x="4248149" y="152399"/>
                  </a:lnTo>
                  <a:lnTo>
                    <a:pt x="4248149" y="1628774"/>
                  </a:lnTo>
                  <a:lnTo>
                    <a:pt x="4247473" y="1642779"/>
                  </a:lnTo>
                  <a:lnTo>
                    <a:pt x="4236548" y="1687094"/>
                  </a:lnTo>
                  <a:lnTo>
                    <a:pt x="4213615" y="1725408"/>
                  </a:lnTo>
                  <a:lnTo>
                    <a:pt x="4180433" y="1755513"/>
                  </a:lnTo>
                  <a:lnTo>
                    <a:pt x="4154070" y="1769573"/>
                  </a:lnTo>
                  <a:lnTo>
                    <a:pt x="4148281" y="177164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457775" y="4692470"/>
            <a:ext cx="3514725" cy="1381125"/>
          </a:xfrm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2450" spc="-39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🧠</a:t>
            </a:r>
            <a:endParaRPr sz="24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400" b="1" spc="-5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AI</a:t>
            </a:r>
            <a:r>
              <a:rPr sz="1400" b="1" spc="-45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spc="-1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Classification</a:t>
            </a:r>
            <a:endParaRPr sz="14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 marR="5080">
              <a:lnSpc>
                <a:spcPct val="114599"/>
              </a:lnSpc>
              <a:spcBef>
                <a:spcPts val="409"/>
              </a:spcBef>
            </a:pP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Deep</a:t>
            </a:r>
            <a:r>
              <a:rPr sz="1200" spc="4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Learning</a:t>
            </a:r>
            <a:r>
              <a:rPr sz="1200" spc="7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LSTM</a:t>
            </a:r>
            <a:r>
              <a:rPr sz="1200" spc="5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identifies</a:t>
            </a:r>
            <a:r>
              <a:rPr sz="1200" spc="5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sz="1200" spc="2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activity</a:t>
            </a:r>
            <a:r>
              <a:rPr sz="1200" spc="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you'</a:t>
            </a:r>
            <a:r>
              <a:rPr sz="1200" spc="-2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2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 </a:t>
            </a: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doing</a:t>
            </a:r>
            <a:r>
              <a:rPr sz="1200" spc="7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</a:t>
            </a:r>
            <a:r>
              <a:rPr sz="1200" spc="8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real-</a:t>
            </a:r>
            <a:r>
              <a:rPr sz="1200" spc="-2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time</a:t>
            </a:r>
            <a:endParaRPr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629774" y="4591050"/>
            <a:ext cx="4238625" cy="1781175"/>
            <a:chOff x="9629774" y="4591050"/>
            <a:chExt cx="4238625" cy="1781175"/>
          </a:xfrm>
        </p:grpSpPr>
        <p:sp>
          <p:nvSpPr>
            <p:cNvPr id="17" name="object 17"/>
            <p:cNvSpPr/>
            <p:nvPr/>
          </p:nvSpPr>
          <p:spPr>
            <a:xfrm>
              <a:off x="9629774" y="4591050"/>
              <a:ext cx="4238625" cy="1781175"/>
            </a:xfrm>
            <a:custGeom>
              <a:avLst/>
              <a:gdLst/>
              <a:ahLst/>
              <a:cxnLst/>
              <a:rect l="l" t="t" r="r" b="b"/>
              <a:pathLst>
                <a:path w="4238625" h="1781175">
                  <a:moveTo>
                    <a:pt x="4086224" y="1781174"/>
                  </a:moveTo>
                  <a:lnTo>
                    <a:pt x="152399" y="1781174"/>
                  </a:lnTo>
                  <a:lnTo>
                    <a:pt x="137386" y="1780449"/>
                  </a:lnTo>
                  <a:lnTo>
                    <a:pt x="94078" y="1769572"/>
                  </a:lnTo>
                  <a:lnTo>
                    <a:pt x="55764" y="1746639"/>
                  </a:lnTo>
                  <a:lnTo>
                    <a:pt x="25659" y="1713458"/>
                  </a:lnTo>
                  <a:lnTo>
                    <a:pt x="6524" y="1672947"/>
                  </a:lnTo>
                  <a:lnTo>
                    <a:pt x="0" y="1628774"/>
                  </a:lnTo>
                  <a:lnTo>
                    <a:pt x="0" y="152399"/>
                  </a:lnTo>
                  <a:lnTo>
                    <a:pt x="6524" y="108226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4086224" y="0"/>
                  </a:lnTo>
                  <a:lnTo>
                    <a:pt x="4130397" y="6525"/>
                  </a:lnTo>
                  <a:lnTo>
                    <a:pt x="4170908" y="25659"/>
                  </a:lnTo>
                  <a:lnTo>
                    <a:pt x="4204089" y="55764"/>
                  </a:lnTo>
                  <a:lnTo>
                    <a:pt x="4227022" y="94078"/>
                  </a:lnTo>
                  <a:lnTo>
                    <a:pt x="4237899" y="137386"/>
                  </a:lnTo>
                  <a:lnTo>
                    <a:pt x="4238624" y="152399"/>
                  </a:lnTo>
                  <a:lnTo>
                    <a:pt x="4238624" y="1628774"/>
                  </a:lnTo>
                  <a:lnTo>
                    <a:pt x="4232098" y="1672947"/>
                  </a:lnTo>
                  <a:lnTo>
                    <a:pt x="4212962" y="1713458"/>
                  </a:lnTo>
                  <a:lnTo>
                    <a:pt x="4182858" y="1746639"/>
                  </a:lnTo>
                  <a:lnTo>
                    <a:pt x="4144544" y="1769572"/>
                  </a:lnTo>
                  <a:lnTo>
                    <a:pt x="4101237" y="1780449"/>
                  </a:lnTo>
                  <a:lnTo>
                    <a:pt x="4086224" y="1781174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9629774" y="4591050"/>
              <a:ext cx="4238625" cy="1781175"/>
            </a:xfrm>
            <a:custGeom>
              <a:avLst/>
              <a:gdLst/>
              <a:ahLst/>
              <a:cxnLst/>
              <a:rect l="l" t="t" r="r" b="b"/>
              <a:pathLst>
                <a:path w="4238625" h="1781175">
                  <a:moveTo>
                    <a:pt x="4086224" y="1781174"/>
                  </a:moveTo>
                  <a:lnTo>
                    <a:pt x="152399" y="1781174"/>
                  </a:lnTo>
                  <a:lnTo>
                    <a:pt x="137386" y="1780449"/>
                  </a:lnTo>
                  <a:lnTo>
                    <a:pt x="94078" y="1769573"/>
                  </a:lnTo>
                  <a:lnTo>
                    <a:pt x="55764" y="1746639"/>
                  </a:lnTo>
                  <a:lnTo>
                    <a:pt x="25659" y="1713458"/>
                  </a:lnTo>
                  <a:lnTo>
                    <a:pt x="6524" y="1672947"/>
                  </a:lnTo>
                  <a:lnTo>
                    <a:pt x="0" y="1628774"/>
                  </a:lnTo>
                  <a:lnTo>
                    <a:pt x="0" y="152399"/>
                  </a:lnTo>
                  <a:lnTo>
                    <a:pt x="675" y="138395"/>
                  </a:lnTo>
                  <a:lnTo>
                    <a:pt x="724" y="137386"/>
                  </a:lnTo>
                  <a:lnTo>
                    <a:pt x="11599" y="94078"/>
                  </a:lnTo>
                  <a:lnTo>
                    <a:pt x="34532" y="55764"/>
                  </a:lnTo>
                  <a:lnTo>
                    <a:pt x="67714" y="25659"/>
                  </a:lnTo>
                  <a:lnTo>
                    <a:pt x="108226" y="6525"/>
                  </a:lnTo>
                  <a:lnTo>
                    <a:pt x="152399" y="0"/>
                  </a:lnTo>
                  <a:lnTo>
                    <a:pt x="4086224" y="0"/>
                  </a:lnTo>
                  <a:lnTo>
                    <a:pt x="4101237" y="725"/>
                  </a:lnTo>
                  <a:lnTo>
                    <a:pt x="4115961" y="2900"/>
                  </a:lnTo>
                  <a:lnTo>
                    <a:pt x="4130397" y="6525"/>
                  </a:lnTo>
                  <a:lnTo>
                    <a:pt x="4138759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1" y="37645"/>
                  </a:lnTo>
                  <a:lnTo>
                    <a:pt x="37645" y="67281"/>
                  </a:lnTo>
                  <a:lnTo>
                    <a:pt x="17872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628774"/>
                  </a:lnTo>
                  <a:lnTo>
                    <a:pt x="15675" y="1670249"/>
                  </a:lnTo>
                  <a:lnTo>
                    <a:pt x="33603" y="1708151"/>
                  </a:lnTo>
                  <a:lnTo>
                    <a:pt x="61759" y="1739220"/>
                  </a:lnTo>
                  <a:lnTo>
                    <a:pt x="97723" y="1760774"/>
                  </a:lnTo>
                  <a:lnTo>
                    <a:pt x="138395" y="1770963"/>
                  </a:lnTo>
                  <a:lnTo>
                    <a:pt x="152399" y="1771649"/>
                  </a:lnTo>
                  <a:lnTo>
                    <a:pt x="4138755" y="1771649"/>
                  </a:lnTo>
                  <a:lnTo>
                    <a:pt x="4130397" y="1774648"/>
                  </a:lnTo>
                  <a:lnTo>
                    <a:pt x="4115961" y="1778274"/>
                  </a:lnTo>
                  <a:lnTo>
                    <a:pt x="4101237" y="1780449"/>
                  </a:lnTo>
                  <a:lnTo>
                    <a:pt x="4086224" y="1781174"/>
                  </a:lnTo>
                  <a:close/>
                </a:path>
                <a:path w="4238625" h="1781175">
                  <a:moveTo>
                    <a:pt x="4138755" y="1771649"/>
                  </a:moveTo>
                  <a:lnTo>
                    <a:pt x="4086224" y="1771649"/>
                  </a:lnTo>
                  <a:lnTo>
                    <a:pt x="4093243" y="1771478"/>
                  </a:lnTo>
                  <a:lnTo>
                    <a:pt x="4100229" y="1770963"/>
                  </a:lnTo>
                  <a:lnTo>
                    <a:pt x="4140900" y="1760774"/>
                  </a:lnTo>
                  <a:lnTo>
                    <a:pt x="4176864" y="1739220"/>
                  </a:lnTo>
                  <a:lnTo>
                    <a:pt x="4205020" y="1708151"/>
                  </a:lnTo>
                  <a:lnTo>
                    <a:pt x="4222948" y="1670249"/>
                  </a:lnTo>
                  <a:lnTo>
                    <a:pt x="4229099" y="1628774"/>
                  </a:lnTo>
                  <a:lnTo>
                    <a:pt x="4229099" y="152399"/>
                  </a:lnTo>
                  <a:lnTo>
                    <a:pt x="4222948" y="110924"/>
                  </a:lnTo>
                  <a:lnTo>
                    <a:pt x="4205020" y="73022"/>
                  </a:lnTo>
                  <a:lnTo>
                    <a:pt x="4176864" y="41954"/>
                  </a:lnTo>
                  <a:lnTo>
                    <a:pt x="4140900" y="20400"/>
                  </a:lnTo>
                  <a:lnTo>
                    <a:pt x="4100229" y="10211"/>
                  </a:lnTo>
                  <a:lnTo>
                    <a:pt x="4086224" y="9524"/>
                  </a:lnTo>
                  <a:lnTo>
                    <a:pt x="4138759" y="9524"/>
                  </a:lnTo>
                  <a:lnTo>
                    <a:pt x="4182858" y="34533"/>
                  </a:lnTo>
                  <a:lnTo>
                    <a:pt x="4212962" y="67714"/>
                  </a:lnTo>
                  <a:lnTo>
                    <a:pt x="4232098" y="108226"/>
                  </a:lnTo>
                  <a:lnTo>
                    <a:pt x="4238624" y="152399"/>
                  </a:lnTo>
                  <a:lnTo>
                    <a:pt x="4238624" y="1628774"/>
                  </a:lnTo>
                  <a:lnTo>
                    <a:pt x="4237948" y="1642779"/>
                  </a:lnTo>
                  <a:lnTo>
                    <a:pt x="4227022" y="1687094"/>
                  </a:lnTo>
                  <a:lnTo>
                    <a:pt x="4204089" y="1725408"/>
                  </a:lnTo>
                  <a:lnTo>
                    <a:pt x="4170908" y="1755513"/>
                  </a:lnTo>
                  <a:lnTo>
                    <a:pt x="4144544" y="1769573"/>
                  </a:lnTo>
                  <a:lnTo>
                    <a:pt x="4138755" y="177164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890025" y="4659639"/>
            <a:ext cx="3350260" cy="1414145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2650" spc="-43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📊</a:t>
            </a:r>
            <a:endParaRPr sz="26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400" b="1" spc="-35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Smart</a:t>
            </a:r>
            <a:r>
              <a:rPr sz="1400" b="1" spc="-7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spc="-1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Analytics</a:t>
            </a:r>
            <a:endParaRPr sz="14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 marR="5080">
              <a:lnSpc>
                <a:spcPct val="114599"/>
              </a:lnSpc>
              <a:spcBef>
                <a:spcPts val="409"/>
              </a:spcBef>
            </a:pP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Steps,</a:t>
            </a:r>
            <a:r>
              <a:rPr sz="1200" spc="2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calories,</a:t>
            </a:r>
            <a:r>
              <a:rPr sz="1200" spc="2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distance,</a:t>
            </a:r>
            <a:r>
              <a:rPr sz="1200" spc="2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120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20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unique</a:t>
            </a:r>
            <a:r>
              <a:rPr sz="1200" spc="-4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"Workout DNA"</a:t>
            </a:r>
            <a:r>
              <a:rPr sz="1200" spc="-6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fingerprint</a:t>
            </a:r>
            <a:endParaRPr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4630400" cy="8229600"/>
            <a:chOff x="0" y="0"/>
            <a:chExt cx="14630400" cy="8229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630398" cy="82295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08589" y="0"/>
              <a:ext cx="5621809" cy="5146321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49300" y="1797608"/>
            <a:ext cx="3517900" cy="112466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pc="-135" dirty="0">
                <a:latin typeface="Helvetica" panose="020B0604020202020204" pitchFamily="34" charset="0"/>
                <a:cs typeface="Helvetica" panose="020B0604020202020204" pitchFamily="34" charset="0"/>
              </a:rPr>
              <a:t>OUR</a:t>
            </a:r>
            <a:r>
              <a:rPr spc="-1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25" dirty="0">
                <a:latin typeface="Helvetica" panose="020B0604020202020204" pitchFamily="34" charset="0"/>
                <a:cs typeface="Helvetica" panose="020B0604020202020204" pitchFamily="34" charset="0"/>
              </a:rPr>
              <a:t>APPROACH</a:t>
            </a:r>
            <a:br>
              <a:rPr lang="en-GB" spc="-25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spc="-25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3350" spc="-22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End</a:t>
            </a:r>
            <a:r>
              <a:rPr sz="3050" spc="-22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</a:t>
            </a:r>
            <a:r>
              <a:rPr sz="3350" spc="-7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3050" spc="-7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</a:t>
            </a:r>
            <a:r>
              <a:rPr sz="3350" spc="-37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End</a:t>
            </a:r>
            <a:r>
              <a:rPr sz="3350" spc="-229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350" spc="-210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Pipeline</a:t>
            </a:r>
            <a:endParaRPr sz="3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61999" y="3162299"/>
            <a:ext cx="1790700" cy="657225"/>
            <a:chOff x="761999" y="3162299"/>
            <a:chExt cx="1790700" cy="657225"/>
          </a:xfrm>
        </p:grpSpPr>
        <p:sp>
          <p:nvSpPr>
            <p:cNvPr id="7" name="object 7"/>
            <p:cNvSpPr/>
            <p:nvPr/>
          </p:nvSpPr>
          <p:spPr>
            <a:xfrm>
              <a:off x="761999" y="3162299"/>
              <a:ext cx="1790700" cy="657225"/>
            </a:xfrm>
            <a:custGeom>
              <a:avLst/>
              <a:gdLst/>
              <a:ahLst/>
              <a:cxnLst/>
              <a:rect l="l" t="t" r="r" b="b"/>
              <a:pathLst>
                <a:path w="1790700" h="657225">
                  <a:moveTo>
                    <a:pt x="1676399" y="657224"/>
                  </a:moveTo>
                  <a:lnTo>
                    <a:pt x="114299" y="657224"/>
                  </a:lnTo>
                  <a:lnTo>
                    <a:pt x="103040" y="656680"/>
                  </a:lnTo>
                  <a:lnTo>
                    <a:pt x="60364" y="643712"/>
                  </a:lnTo>
                  <a:lnTo>
                    <a:pt x="25900" y="615400"/>
                  </a:lnTo>
                  <a:lnTo>
                    <a:pt x="4893" y="576054"/>
                  </a:lnTo>
                  <a:lnTo>
                    <a:pt x="0" y="5429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676399" y="0"/>
                  </a:lnTo>
                  <a:lnTo>
                    <a:pt x="1720140" y="8700"/>
                  </a:lnTo>
                  <a:lnTo>
                    <a:pt x="1757221" y="33477"/>
                  </a:lnTo>
                  <a:lnTo>
                    <a:pt x="1781999" y="70559"/>
                  </a:lnTo>
                  <a:lnTo>
                    <a:pt x="1790699" y="114299"/>
                  </a:lnTo>
                  <a:lnTo>
                    <a:pt x="1790699" y="542924"/>
                  </a:lnTo>
                  <a:lnTo>
                    <a:pt x="1781998" y="586665"/>
                  </a:lnTo>
                  <a:lnTo>
                    <a:pt x="1757221" y="623747"/>
                  </a:lnTo>
                  <a:lnTo>
                    <a:pt x="1720140" y="648524"/>
                  </a:lnTo>
                  <a:lnTo>
                    <a:pt x="1676399" y="6572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61999" y="3162299"/>
              <a:ext cx="1790700" cy="657225"/>
            </a:xfrm>
            <a:custGeom>
              <a:avLst/>
              <a:gdLst/>
              <a:ahLst/>
              <a:cxnLst/>
              <a:rect l="l" t="t" r="r" b="b"/>
              <a:pathLst>
                <a:path w="1790700" h="657225">
                  <a:moveTo>
                    <a:pt x="1676399" y="657224"/>
                  </a:moveTo>
                  <a:lnTo>
                    <a:pt x="114299" y="657224"/>
                  </a:lnTo>
                  <a:lnTo>
                    <a:pt x="103040" y="656680"/>
                  </a:lnTo>
                  <a:lnTo>
                    <a:pt x="60364" y="643712"/>
                  </a:lnTo>
                  <a:lnTo>
                    <a:pt x="25900" y="615400"/>
                  </a:lnTo>
                  <a:lnTo>
                    <a:pt x="4893" y="576054"/>
                  </a:lnTo>
                  <a:lnTo>
                    <a:pt x="0" y="5429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1676399" y="0"/>
                  </a:lnTo>
                  <a:lnTo>
                    <a:pt x="1720140" y="8700"/>
                  </a:lnTo>
                  <a:lnTo>
                    <a:pt x="1721888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549804"/>
                  </a:lnTo>
                  <a:lnTo>
                    <a:pt x="20133" y="589376"/>
                  </a:lnTo>
                  <a:lnTo>
                    <a:pt x="45077" y="621876"/>
                  </a:lnTo>
                  <a:lnTo>
                    <a:pt x="80560" y="642356"/>
                  </a:lnTo>
                  <a:lnTo>
                    <a:pt x="107420" y="647699"/>
                  </a:lnTo>
                  <a:lnTo>
                    <a:pt x="1721886" y="647699"/>
                  </a:lnTo>
                  <a:lnTo>
                    <a:pt x="1720140" y="648524"/>
                  </a:lnTo>
                  <a:lnTo>
                    <a:pt x="1709529" y="652330"/>
                  </a:lnTo>
                  <a:lnTo>
                    <a:pt x="1698702" y="655049"/>
                  </a:lnTo>
                  <a:lnTo>
                    <a:pt x="1687659" y="656680"/>
                  </a:lnTo>
                  <a:lnTo>
                    <a:pt x="1676399" y="657224"/>
                  </a:lnTo>
                  <a:close/>
                </a:path>
                <a:path w="1790700" h="657225">
                  <a:moveTo>
                    <a:pt x="1721886" y="647699"/>
                  </a:moveTo>
                  <a:lnTo>
                    <a:pt x="1683279" y="647699"/>
                  </a:lnTo>
                  <a:lnTo>
                    <a:pt x="1690093" y="647028"/>
                  </a:lnTo>
                  <a:lnTo>
                    <a:pt x="1703587" y="644344"/>
                  </a:lnTo>
                  <a:lnTo>
                    <a:pt x="1740329" y="626219"/>
                  </a:lnTo>
                  <a:lnTo>
                    <a:pt x="1767339" y="595414"/>
                  </a:lnTo>
                  <a:lnTo>
                    <a:pt x="1780503" y="556618"/>
                  </a:lnTo>
                  <a:lnTo>
                    <a:pt x="1781174" y="549804"/>
                  </a:lnTo>
                  <a:lnTo>
                    <a:pt x="1781174" y="107420"/>
                  </a:lnTo>
                  <a:lnTo>
                    <a:pt x="1770566" y="67848"/>
                  </a:lnTo>
                  <a:lnTo>
                    <a:pt x="1745622" y="35348"/>
                  </a:lnTo>
                  <a:lnTo>
                    <a:pt x="1710139" y="14867"/>
                  </a:lnTo>
                  <a:lnTo>
                    <a:pt x="1683279" y="9524"/>
                  </a:lnTo>
                  <a:lnTo>
                    <a:pt x="1721888" y="9524"/>
                  </a:lnTo>
                  <a:lnTo>
                    <a:pt x="1757221" y="33477"/>
                  </a:lnTo>
                  <a:lnTo>
                    <a:pt x="1781999" y="70559"/>
                  </a:lnTo>
                  <a:lnTo>
                    <a:pt x="1790699" y="114299"/>
                  </a:lnTo>
                  <a:lnTo>
                    <a:pt x="1790699" y="542924"/>
                  </a:lnTo>
                  <a:lnTo>
                    <a:pt x="1790156" y="554184"/>
                  </a:lnTo>
                  <a:lnTo>
                    <a:pt x="1777187" y="596859"/>
                  </a:lnTo>
                  <a:lnTo>
                    <a:pt x="1748875" y="631324"/>
                  </a:lnTo>
                  <a:lnTo>
                    <a:pt x="1730334" y="643712"/>
                  </a:lnTo>
                  <a:lnTo>
                    <a:pt x="1721886" y="6476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68374" y="3264611"/>
            <a:ext cx="2613026" cy="413384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250" spc="10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📱</a:t>
            </a:r>
            <a:r>
              <a:rPr sz="1250" spc="25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50" b="1" spc="-10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MATLAB</a:t>
            </a:r>
            <a:r>
              <a:rPr sz="1250" b="1" spc="-6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50" b="1" spc="-1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Mobile</a:t>
            </a:r>
            <a:endParaRPr sz="125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b="1" spc="-3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Sensor</a:t>
            </a:r>
            <a:r>
              <a:rPr sz="1000" b="1" spc="-35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00" b="1" spc="-1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Logging</a:t>
            </a:r>
            <a:endParaRPr sz="1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51472" y="3345815"/>
            <a:ext cx="238760" cy="2705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b="1" spc="-5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endParaRPr sz="16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990849" y="3162299"/>
            <a:ext cx="1685925" cy="657225"/>
            <a:chOff x="2990849" y="3162299"/>
            <a:chExt cx="1685925" cy="657225"/>
          </a:xfrm>
        </p:grpSpPr>
        <p:sp>
          <p:nvSpPr>
            <p:cNvPr id="12" name="object 12"/>
            <p:cNvSpPr/>
            <p:nvPr/>
          </p:nvSpPr>
          <p:spPr>
            <a:xfrm>
              <a:off x="2990849" y="3162299"/>
              <a:ext cx="1685925" cy="657225"/>
            </a:xfrm>
            <a:custGeom>
              <a:avLst/>
              <a:gdLst/>
              <a:ahLst/>
              <a:cxnLst/>
              <a:rect l="l" t="t" r="r" b="b"/>
              <a:pathLst>
                <a:path w="1685925" h="657225">
                  <a:moveTo>
                    <a:pt x="1571624" y="657224"/>
                  </a:moveTo>
                  <a:lnTo>
                    <a:pt x="114299" y="657224"/>
                  </a:lnTo>
                  <a:lnTo>
                    <a:pt x="103040" y="656680"/>
                  </a:lnTo>
                  <a:lnTo>
                    <a:pt x="60364" y="643712"/>
                  </a:lnTo>
                  <a:lnTo>
                    <a:pt x="25900" y="615400"/>
                  </a:lnTo>
                  <a:lnTo>
                    <a:pt x="4893" y="576054"/>
                  </a:lnTo>
                  <a:lnTo>
                    <a:pt x="0" y="5429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1571624" y="0"/>
                  </a:lnTo>
                  <a:lnTo>
                    <a:pt x="1615365" y="8700"/>
                  </a:lnTo>
                  <a:lnTo>
                    <a:pt x="1652446" y="33477"/>
                  </a:lnTo>
                  <a:lnTo>
                    <a:pt x="1677223" y="70559"/>
                  </a:lnTo>
                  <a:lnTo>
                    <a:pt x="1685924" y="114299"/>
                  </a:lnTo>
                  <a:lnTo>
                    <a:pt x="1685924" y="542924"/>
                  </a:lnTo>
                  <a:lnTo>
                    <a:pt x="1677224" y="586665"/>
                  </a:lnTo>
                  <a:lnTo>
                    <a:pt x="1652446" y="623747"/>
                  </a:lnTo>
                  <a:lnTo>
                    <a:pt x="1615365" y="648524"/>
                  </a:lnTo>
                  <a:lnTo>
                    <a:pt x="1571624" y="6572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990849" y="3162299"/>
              <a:ext cx="1685925" cy="657225"/>
            </a:xfrm>
            <a:custGeom>
              <a:avLst/>
              <a:gdLst/>
              <a:ahLst/>
              <a:cxnLst/>
              <a:rect l="l" t="t" r="r" b="b"/>
              <a:pathLst>
                <a:path w="1685925" h="657225">
                  <a:moveTo>
                    <a:pt x="1571624" y="657224"/>
                  </a:moveTo>
                  <a:lnTo>
                    <a:pt x="114299" y="657224"/>
                  </a:lnTo>
                  <a:lnTo>
                    <a:pt x="103040" y="656680"/>
                  </a:lnTo>
                  <a:lnTo>
                    <a:pt x="60364" y="643712"/>
                  </a:lnTo>
                  <a:lnTo>
                    <a:pt x="25900" y="615400"/>
                  </a:lnTo>
                  <a:lnTo>
                    <a:pt x="4893" y="576054"/>
                  </a:lnTo>
                  <a:lnTo>
                    <a:pt x="0" y="5429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1571624" y="0"/>
                  </a:lnTo>
                  <a:lnTo>
                    <a:pt x="1615365" y="8700"/>
                  </a:lnTo>
                  <a:lnTo>
                    <a:pt x="1617112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549804"/>
                  </a:lnTo>
                  <a:lnTo>
                    <a:pt x="20133" y="589376"/>
                  </a:lnTo>
                  <a:lnTo>
                    <a:pt x="45077" y="621876"/>
                  </a:lnTo>
                  <a:lnTo>
                    <a:pt x="80560" y="642356"/>
                  </a:lnTo>
                  <a:lnTo>
                    <a:pt x="107420" y="647699"/>
                  </a:lnTo>
                  <a:lnTo>
                    <a:pt x="1617111" y="647699"/>
                  </a:lnTo>
                  <a:lnTo>
                    <a:pt x="1615365" y="648524"/>
                  </a:lnTo>
                  <a:lnTo>
                    <a:pt x="1604754" y="652330"/>
                  </a:lnTo>
                  <a:lnTo>
                    <a:pt x="1593927" y="655049"/>
                  </a:lnTo>
                  <a:lnTo>
                    <a:pt x="1582884" y="656680"/>
                  </a:lnTo>
                  <a:lnTo>
                    <a:pt x="1571624" y="657224"/>
                  </a:lnTo>
                  <a:close/>
                </a:path>
                <a:path w="1685925" h="657225">
                  <a:moveTo>
                    <a:pt x="1617111" y="647699"/>
                  </a:moveTo>
                  <a:lnTo>
                    <a:pt x="1578504" y="647699"/>
                  </a:lnTo>
                  <a:lnTo>
                    <a:pt x="1585318" y="647028"/>
                  </a:lnTo>
                  <a:lnTo>
                    <a:pt x="1598812" y="644344"/>
                  </a:lnTo>
                  <a:lnTo>
                    <a:pt x="1635554" y="626219"/>
                  </a:lnTo>
                  <a:lnTo>
                    <a:pt x="1662563" y="595414"/>
                  </a:lnTo>
                  <a:lnTo>
                    <a:pt x="1675728" y="556618"/>
                  </a:lnTo>
                  <a:lnTo>
                    <a:pt x="1676399" y="549804"/>
                  </a:lnTo>
                  <a:lnTo>
                    <a:pt x="1676399" y="107420"/>
                  </a:lnTo>
                  <a:lnTo>
                    <a:pt x="1665791" y="67848"/>
                  </a:lnTo>
                  <a:lnTo>
                    <a:pt x="1640847" y="35348"/>
                  </a:lnTo>
                  <a:lnTo>
                    <a:pt x="1605364" y="14867"/>
                  </a:lnTo>
                  <a:lnTo>
                    <a:pt x="1578504" y="9524"/>
                  </a:lnTo>
                  <a:lnTo>
                    <a:pt x="1617112" y="9524"/>
                  </a:lnTo>
                  <a:lnTo>
                    <a:pt x="1652446" y="33477"/>
                  </a:lnTo>
                  <a:lnTo>
                    <a:pt x="1677223" y="70559"/>
                  </a:lnTo>
                  <a:lnTo>
                    <a:pt x="1685924" y="114299"/>
                  </a:lnTo>
                  <a:lnTo>
                    <a:pt x="1685924" y="542924"/>
                  </a:lnTo>
                  <a:lnTo>
                    <a:pt x="1685380" y="554184"/>
                  </a:lnTo>
                  <a:lnTo>
                    <a:pt x="1672412" y="596859"/>
                  </a:lnTo>
                  <a:lnTo>
                    <a:pt x="1644100" y="631324"/>
                  </a:lnTo>
                  <a:lnTo>
                    <a:pt x="1625559" y="643712"/>
                  </a:lnTo>
                  <a:lnTo>
                    <a:pt x="1617111" y="6476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198266" y="3264611"/>
            <a:ext cx="1270635" cy="413384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250" spc="-33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🔧</a:t>
            </a:r>
            <a:r>
              <a:rPr sz="1250" spc="10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50" b="1" spc="-6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Preprocessing</a:t>
            </a:r>
            <a:endParaRPr sz="125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b="1" spc="-35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Bandpass</a:t>
            </a:r>
            <a:r>
              <a:rPr sz="1000" b="1" spc="-2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00" b="1" spc="-1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Filter</a:t>
            </a:r>
            <a:endParaRPr sz="1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79119" y="3345815"/>
            <a:ext cx="238760" cy="2705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b="1" spc="-5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endParaRPr sz="16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14924" y="3162299"/>
            <a:ext cx="1285875" cy="657225"/>
            <a:chOff x="5114924" y="3162299"/>
            <a:chExt cx="1285875" cy="657225"/>
          </a:xfrm>
        </p:grpSpPr>
        <p:sp>
          <p:nvSpPr>
            <p:cNvPr id="17" name="object 17"/>
            <p:cNvSpPr/>
            <p:nvPr/>
          </p:nvSpPr>
          <p:spPr>
            <a:xfrm>
              <a:off x="5114924" y="3162299"/>
              <a:ext cx="1285875" cy="657225"/>
            </a:xfrm>
            <a:custGeom>
              <a:avLst/>
              <a:gdLst/>
              <a:ahLst/>
              <a:cxnLst/>
              <a:rect l="l" t="t" r="r" b="b"/>
              <a:pathLst>
                <a:path w="1285875" h="657225">
                  <a:moveTo>
                    <a:pt x="1171574" y="657224"/>
                  </a:moveTo>
                  <a:lnTo>
                    <a:pt x="114299" y="657224"/>
                  </a:lnTo>
                  <a:lnTo>
                    <a:pt x="103040" y="656680"/>
                  </a:lnTo>
                  <a:lnTo>
                    <a:pt x="60364" y="643712"/>
                  </a:lnTo>
                  <a:lnTo>
                    <a:pt x="25899" y="615400"/>
                  </a:lnTo>
                  <a:lnTo>
                    <a:pt x="4893" y="576054"/>
                  </a:lnTo>
                  <a:lnTo>
                    <a:pt x="0" y="542924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1171574" y="0"/>
                  </a:lnTo>
                  <a:lnTo>
                    <a:pt x="1215314" y="8700"/>
                  </a:lnTo>
                  <a:lnTo>
                    <a:pt x="1252396" y="33477"/>
                  </a:lnTo>
                  <a:lnTo>
                    <a:pt x="1277173" y="70559"/>
                  </a:lnTo>
                  <a:lnTo>
                    <a:pt x="1285874" y="114299"/>
                  </a:lnTo>
                  <a:lnTo>
                    <a:pt x="1285874" y="542924"/>
                  </a:lnTo>
                  <a:lnTo>
                    <a:pt x="1277173" y="586665"/>
                  </a:lnTo>
                  <a:lnTo>
                    <a:pt x="1252396" y="623747"/>
                  </a:lnTo>
                  <a:lnTo>
                    <a:pt x="1215314" y="648524"/>
                  </a:lnTo>
                  <a:lnTo>
                    <a:pt x="1171574" y="6572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5114924" y="3162299"/>
              <a:ext cx="1285875" cy="657225"/>
            </a:xfrm>
            <a:custGeom>
              <a:avLst/>
              <a:gdLst/>
              <a:ahLst/>
              <a:cxnLst/>
              <a:rect l="l" t="t" r="r" b="b"/>
              <a:pathLst>
                <a:path w="1285875" h="657225">
                  <a:moveTo>
                    <a:pt x="1171574" y="657224"/>
                  </a:moveTo>
                  <a:lnTo>
                    <a:pt x="114299" y="657224"/>
                  </a:lnTo>
                  <a:lnTo>
                    <a:pt x="103040" y="656680"/>
                  </a:lnTo>
                  <a:lnTo>
                    <a:pt x="60364" y="643712"/>
                  </a:lnTo>
                  <a:lnTo>
                    <a:pt x="25899" y="615400"/>
                  </a:lnTo>
                  <a:lnTo>
                    <a:pt x="4893" y="576054"/>
                  </a:lnTo>
                  <a:lnTo>
                    <a:pt x="0" y="542924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1171574" y="0"/>
                  </a:lnTo>
                  <a:lnTo>
                    <a:pt x="1215314" y="8700"/>
                  </a:lnTo>
                  <a:lnTo>
                    <a:pt x="1217062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549804"/>
                  </a:lnTo>
                  <a:lnTo>
                    <a:pt x="20133" y="589376"/>
                  </a:lnTo>
                  <a:lnTo>
                    <a:pt x="45077" y="621876"/>
                  </a:lnTo>
                  <a:lnTo>
                    <a:pt x="80560" y="642356"/>
                  </a:lnTo>
                  <a:lnTo>
                    <a:pt x="107420" y="647699"/>
                  </a:lnTo>
                  <a:lnTo>
                    <a:pt x="1217061" y="647699"/>
                  </a:lnTo>
                  <a:lnTo>
                    <a:pt x="1215314" y="648524"/>
                  </a:lnTo>
                  <a:lnTo>
                    <a:pt x="1204704" y="652330"/>
                  </a:lnTo>
                  <a:lnTo>
                    <a:pt x="1193877" y="655049"/>
                  </a:lnTo>
                  <a:lnTo>
                    <a:pt x="1182834" y="656680"/>
                  </a:lnTo>
                  <a:lnTo>
                    <a:pt x="1171574" y="657224"/>
                  </a:lnTo>
                  <a:close/>
                </a:path>
                <a:path w="1285875" h="657225">
                  <a:moveTo>
                    <a:pt x="1217061" y="647699"/>
                  </a:moveTo>
                  <a:lnTo>
                    <a:pt x="1178454" y="647699"/>
                  </a:lnTo>
                  <a:lnTo>
                    <a:pt x="1185267" y="647028"/>
                  </a:lnTo>
                  <a:lnTo>
                    <a:pt x="1198762" y="644344"/>
                  </a:lnTo>
                  <a:lnTo>
                    <a:pt x="1235504" y="626219"/>
                  </a:lnTo>
                  <a:lnTo>
                    <a:pt x="1262514" y="595414"/>
                  </a:lnTo>
                  <a:lnTo>
                    <a:pt x="1275678" y="556618"/>
                  </a:lnTo>
                  <a:lnTo>
                    <a:pt x="1276349" y="549804"/>
                  </a:lnTo>
                  <a:lnTo>
                    <a:pt x="1276349" y="107420"/>
                  </a:lnTo>
                  <a:lnTo>
                    <a:pt x="1265741" y="67848"/>
                  </a:lnTo>
                  <a:lnTo>
                    <a:pt x="1240797" y="35348"/>
                  </a:lnTo>
                  <a:lnTo>
                    <a:pt x="1205314" y="14867"/>
                  </a:lnTo>
                  <a:lnTo>
                    <a:pt x="1178454" y="9524"/>
                  </a:lnTo>
                  <a:lnTo>
                    <a:pt x="1217062" y="9524"/>
                  </a:lnTo>
                  <a:lnTo>
                    <a:pt x="1252396" y="33477"/>
                  </a:lnTo>
                  <a:lnTo>
                    <a:pt x="1277173" y="70559"/>
                  </a:lnTo>
                  <a:lnTo>
                    <a:pt x="1285874" y="114299"/>
                  </a:lnTo>
                  <a:lnTo>
                    <a:pt x="1285874" y="542924"/>
                  </a:lnTo>
                  <a:lnTo>
                    <a:pt x="1285330" y="554184"/>
                  </a:lnTo>
                  <a:lnTo>
                    <a:pt x="1272362" y="596859"/>
                  </a:lnTo>
                  <a:lnTo>
                    <a:pt x="1244050" y="631324"/>
                  </a:lnTo>
                  <a:lnTo>
                    <a:pt x="1225509" y="643712"/>
                  </a:lnTo>
                  <a:lnTo>
                    <a:pt x="1217061" y="6476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325913" y="3262530"/>
            <a:ext cx="871855" cy="41529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50" spc="-18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📊</a:t>
            </a:r>
            <a:r>
              <a:rPr sz="1250" spc="5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50" b="1" spc="-5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Features</a:t>
            </a:r>
            <a:endParaRPr sz="12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b="1" spc="75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44</a:t>
            </a:r>
            <a:r>
              <a:rPr sz="1000" b="1" spc="-45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00" b="1" spc="-1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Time+Freq</a:t>
            </a:r>
            <a:endParaRPr sz="10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04483" y="3345815"/>
            <a:ext cx="238760" cy="2705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b="1" spc="-5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endParaRPr sz="16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848474" y="3162299"/>
            <a:ext cx="1285875" cy="657225"/>
            <a:chOff x="6848474" y="3162299"/>
            <a:chExt cx="1285875" cy="657225"/>
          </a:xfrm>
        </p:grpSpPr>
        <p:sp>
          <p:nvSpPr>
            <p:cNvPr id="22" name="object 22"/>
            <p:cNvSpPr/>
            <p:nvPr/>
          </p:nvSpPr>
          <p:spPr>
            <a:xfrm>
              <a:off x="6848474" y="3162299"/>
              <a:ext cx="1285875" cy="657225"/>
            </a:xfrm>
            <a:custGeom>
              <a:avLst/>
              <a:gdLst/>
              <a:ahLst/>
              <a:cxnLst/>
              <a:rect l="l" t="t" r="r" b="b"/>
              <a:pathLst>
                <a:path w="1285875" h="657225">
                  <a:moveTo>
                    <a:pt x="1171574" y="657224"/>
                  </a:moveTo>
                  <a:lnTo>
                    <a:pt x="114299" y="657224"/>
                  </a:lnTo>
                  <a:lnTo>
                    <a:pt x="103040" y="656680"/>
                  </a:lnTo>
                  <a:lnTo>
                    <a:pt x="60363" y="643712"/>
                  </a:lnTo>
                  <a:lnTo>
                    <a:pt x="25899" y="615400"/>
                  </a:lnTo>
                  <a:lnTo>
                    <a:pt x="4892" y="576054"/>
                  </a:lnTo>
                  <a:lnTo>
                    <a:pt x="0" y="542924"/>
                  </a:lnTo>
                  <a:lnTo>
                    <a:pt x="0" y="114299"/>
                  </a:lnTo>
                  <a:lnTo>
                    <a:pt x="8698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1171574" y="0"/>
                  </a:lnTo>
                  <a:lnTo>
                    <a:pt x="1215314" y="8700"/>
                  </a:lnTo>
                  <a:lnTo>
                    <a:pt x="1252396" y="33477"/>
                  </a:lnTo>
                  <a:lnTo>
                    <a:pt x="1277173" y="70559"/>
                  </a:lnTo>
                  <a:lnTo>
                    <a:pt x="1285874" y="114299"/>
                  </a:lnTo>
                  <a:lnTo>
                    <a:pt x="1285874" y="542924"/>
                  </a:lnTo>
                  <a:lnTo>
                    <a:pt x="1277173" y="586665"/>
                  </a:lnTo>
                  <a:lnTo>
                    <a:pt x="1252396" y="623747"/>
                  </a:lnTo>
                  <a:lnTo>
                    <a:pt x="1215314" y="648524"/>
                  </a:lnTo>
                  <a:lnTo>
                    <a:pt x="1171574" y="6572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6848474" y="3162299"/>
              <a:ext cx="1285875" cy="657225"/>
            </a:xfrm>
            <a:custGeom>
              <a:avLst/>
              <a:gdLst/>
              <a:ahLst/>
              <a:cxnLst/>
              <a:rect l="l" t="t" r="r" b="b"/>
              <a:pathLst>
                <a:path w="1285875" h="657225">
                  <a:moveTo>
                    <a:pt x="1171574" y="657224"/>
                  </a:moveTo>
                  <a:lnTo>
                    <a:pt x="114299" y="657224"/>
                  </a:lnTo>
                  <a:lnTo>
                    <a:pt x="103040" y="656680"/>
                  </a:lnTo>
                  <a:lnTo>
                    <a:pt x="60363" y="643712"/>
                  </a:lnTo>
                  <a:lnTo>
                    <a:pt x="25899" y="615400"/>
                  </a:lnTo>
                  <a:lnTo>
                    <a:pt x="4892" y="576054"/>
                  </a:lnTo>
                  <a:lnTo>
                    <a:pt x="0" y="542924"/>
                  </a:lnTo>
                  <a:lnTo>
                    <a:pt x="0" y="114299"/>
                  </a:lnTo>
                  <a:lnTo>
                    <a:pt x="8698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1171574" y="0"/>
                  </a:lnTo>
                  <a:lnTo>
                    <a:pt x="1215314" y="8700"/>
                  </a:lnTo>
                  <a:lnTo>
                    <a:pt x="1217062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549804"/>
                  </a:lnTo>
                  <a:lnTo>
                    <a:pt x="20133" y="589376"/>
                  </a:lnTo>
                  <a:lnTo>
                    <a:pt x="45077" y="621876"/>
                  </a:lnTo>
                  <a:lnTo>
                    <a:pt x="80559" y="642356"/>
                  </a:lnTo>
                  <a:lnTo>
                    <a:pt x="107420" y="647699"/>
                  </a:lnTo>
                  <a:lnTo>
                    <a:pt x="1217061" y="647699"/>
                  </a:lnTo>
                  <a:lnTo>
                    <a:pt x="1215314" y="648524"/>
                  </a:lnTo>
                  <a:lnTo>
                    <a:pt x="1204704" y="652330"/>
                  </a:lnTo>
                  <a:lnTo>
                    <a:pt x="1193877" y="655049"/>
                  </a:lnTo>
                  <a:lnTo>
                    <a:pt x="1182834" y="656680"/>
                  </a:lnTo>
                  <a:lnTo>
                    <a:pt x="1171574" y="657224"/>
                  </a:lnTo>
                  <a:close/>
                </a:path>
                <a:path w="1285875" h="657225">
                  <a:moveTo>
                    <a:pt x="1217061" y="647699"/>
                  </a:moveTo>
                  <a:lnTo>
                    <a:pt x="1178454" y="647699"/>
                  </a:lnTo>
                  <a:lnTo>
                    <a:pt x="1185267" y="647028"/>
                  </a:lnTo>
                  <a:lnTo>
                    <a:pt x="1198762" y="644344"/>
                  </a:lnTo>
                  <a:lnTo>
                    <a:pt x="1235504" y="626219"/>
                  </a:lnTo>
                  <a:lnTo>
                    <a:pt x="1262514" y="595414"/>
                  </a:lnTo>
                  <a:lnTo>
                    <a:pt x="1275678" y="556618"/>
                  </a:lnTo>
                  <a:lnTo>
                    <a:pt x="1276349" y="549804"/>
                  </a:lnTo>
                  <a:lnTo>
                    <a:pt x="1276349" y="107420"/>
                  </a:lnTo>
                  <a:lnTo>
                    <a:pt x="1265741" y="67848"/>
                  </a:lnTo>
                  <a:lnTo>
                    <a:pt x="1240797" y="35348"/>
                  </a:lnTo>
                  <a:lnTo>
                    <a:pt x="1205314" y="14867"/>
                  </a:lnTo>
                  <a:lnTo>
                    <a:pt x="1178454" y="9524"/>
                  </a:lnTo>
                  <a:lnTo>
                    <a:pt x="1217062" y="9524"/>
                  </a:lnTo>
                  <a:lnTo>
                    <a:pt x="1252396" y="33477"/>
                  </a:lnTo>
                  <a:lnTo>
                    <a:pt x="1277173" y="70559"/>
                  </a:lnTo>
                  <a:lnTo>
                    <a:pt x="1285874" y="114299"/>
                  </a:lnTo>
                  <a:lnTo>
                    <a:pt x="1285874" y="542924"/>
                  </a:lnTo>
                  <a:lnTo>
                    <a:pt x="1285330" y="554184"/>
                  </a:lnTo>
                  <a:lnTo>
                    <a:pt x="1272362" y="596859"/>
                  </a:lnTo>
                  <a:lnTo>
                    <a:pt x="1244050" y="631324"/>
                  </a:lnTo>
                  <a:lnTo>
                    <a:pt x="1225509" y="643712"/>
                  </a:lnTo>
                  <a:lnTo>
                    <a:pt x="1217061" y="647699"/>
                  </a:lnTo>
                  <a:close/>
                </a:path>
              </a:pathLst>
            </a:custGeom>
            <a:solidFill>
              <a:srgbClr val="4DD98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051277" y="3265430"/>
            <a:ext cx="872490" cy="41211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15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🧠</a:t>
            </a:r>
            <a:r>
              <a:rPr sz="1150" spc="-5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50" b="1" spc="-1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BiLSTM</a:t>
            </a:r>
            <a:endParaRPr sz="12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b="1" spc="-10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Deep</a:t>
            </a:r>
            <a:r>
              <a:rPr sz="1000" b="1" spc="-50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00" b="1" spc="-20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Learning</a:t>
            </a:r>
            <a:endParaRPr sz="10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33568" y="3345815"/>
            <a:ext cx="238760" cy="2705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b="1" spc="-5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endParaRPr sz="16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572499" y="3162299"/>
            <a:ext cx="1609725" cy="657225"/>
            <a:chOff x="8572499" y="3162299"/>
            <a:chExt cx="1609725" cy="657225"/>
          </a:xfrm>
        </p:grpSpPr>
        <p:sp>
          <p:nvSpPr>
            <p:cNvPr id="27" name="object 27"/>
            <p:cNvSpPr/>
            <p:nvPr/>
          </p:nvSpPr>
          <p:spPr>
            <a:xfrm>
              <a:off x="8572499" y="3162299"/>
              <a:ext cx="1609725" cy="657225"/>
            </a:xfrm>
            <a:custGeom>
              <a:avLst/>
              <a:gdLst/>
              <a:ahLst/>
              <a:cxnLst/>
              <a:rect l="l" t="t" r="r" b="b"/>
              <a:pathLst>
                <a:path w="1609725" h="657225">
                  <a:moveTo>
                    <a:pt x="1495424" y="657224"/>
                  </a:moveTo>
                  <a:lnTo>
                    <a:pt x="114299" y="657224"/>
                  </a:lnTo>
                  <a:lnTo>
                    <a:pt x="103040" y="656680"/>
                  </a:lnTo>
                  <a:lnTo>
                    <a:pt x="60363" y="643712"/>
                  </a:lnTo>
                  <a:lnTo>
                    <a:pt x="25899" y="615400"/>
                  </a:lnTo>
                  <a:lnTo>
                    <a:pt x="4893" y="576054"/>
                  </a:lnTo>
                  <a:lnTo>
                    <a:pt x="0" y="542924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1495424" y="0"/>
                  </a:lnTo>
                  <a:lnTo>
                    <a:pt x="1539164" y="8700"/>
                  </a:lnTo>
                  <a:lnTo>
                    <a:pt x="1576246" y="33477"/>
                  </a:lnTo>
                  <a:lnTo>
                    <a:pt x="1601023" y="70559"/>
                  </a:lnTo>
                  <a:lnTo>
                    <a:pt x="1609724" y="114299"/>
                  </a:lnTo>
                  <a:lnTo>
                    <a:pt x="1609724" y="542924"/>
                  </a:lnTo>
                  <a:lnTo>
                    <a:pt x="1601023" y="586665"/>
                  </a:lnTo>
                  <a:lnTo>
                    <a:pt x="1576246" y="623747"/>
                  </a:lnTo>
                  <a:lnTo>
                    <a:pt x="1539164" y="648524"/>
                  </a:lnTo>
                  <a:lnTo>
                    <a:pt x="1495424" y="6572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8572500" y="3162299"/>
              <a:ext cx="1609725" cy="657225"/>
            </a:xfrm>
            <a:custGeom>
              <a:avLst/>
              <a:gdLst/>
              <a:ahLst/>
              <a:cxnLst/>
              <a:rect l="l" t="t" r="r" b="b"/>
              <a:pathLst>
                <a:path w="1609725" h="657225">
                  <a:moveTo>
                    <a:pt x="1495424" y="657224"/>
                  </a:moveTo>
                  <a:lnTo>
                    <a:pt x="114299" y="657224"/>
                  </a:lnTo>
                  <a:lnTo>
                    <a:pt x="103040" y="656680"/>
                  </a:lnTo>
                  <a:lnTo>
                    <a:pt x="60363" y="643712"/>
                  </a:lnTo>
                  <a:lnTo>
                    <a:pt x="25899" y="615400"/>
                  </a:lnTo>
                  <a:lnTo>
                    <a:pt x="4893" y="576054"/>
                  </a:lnTo>
                  <a:lnTo>
                    <a:pt x="0" y="542924"/>
                  </a:lnTo>
                  <a:lnTo>
                    <a:pt x="0" y="114299"/>
                  </a:lnTo>
                  <a:lnTo>
                    <a:pt x="8699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1495424" y="0"/>
                  </a:lnTo>
                  <a:lnTo>
                    <a:pt x="1539164" y="8700"/>
                  </a:lnTo>
                  <a:lnTo>
                    <a:pt x="1540912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549804"/>
                  </a:lnTo>
                  <a:lnTo>
                    <a:pt x="20133" y="589376"/>
                  </a:lnTo>
                  <a:lnTo>
                    <a:pt x="45077" y="621876"/>
                  </a:lnTo>
                  <a:lnTo>
                    <a:pt x="80559" y="642356"/>
                  </a:lnTo>
                  <a:lnTo>
                    <a:pt x="107420" y="647699"/>
                  </a:lnTo>
                  <a:lnTo>
                    <a:pt x="1540911" y="647699"/>
                  </a:lnTo>
                  <a:lnTo>
                    <a:pt x="1539164" y="648524"/>
                  </a:lnTo>
                  <a:lnTo>
                    <a:pt x="1528553" y="652330"/>
                  </a:lnTo>
                  <a:lnTo>
                    <a:pt x="1517726" y="655049"/>
                  </a:lnTo>
                  <a:lnTo>
                    <a:pt x="1506683" y="656680"/>
                  </a:lnTo>
                  <a:lnTo>
                    <a:pt x="1495424" y="657224"/>
                  </a:lnTo>
                  <a:close/>
                </a:path>
                <a:path w="1609725" h="657225">
                  <a:moveTo>
                    <a:pt x="1540911" y="647699"/>
                  </a:moveTo>
                  <a:lnTo>
                    <a:pt x="1502304" y="647699"/>
                  </a:lnTo>
                  <a:lnTo>
                    <a:pt x="1509117" y="647028"/>
                  </a:lnTo>
                  <a:lnTo>
                    <a:pt x="1522612" y="644344"/>
                  </a:lnTo>
                  <a:lnTo>
                    <a:pt x="1559354" y="626219"/>
                  </a:lnTo>
                  <a:lnTo>
                    <a:pt x="1586363" y="595414"/>
                  </a:lnTo>
                  <a:lnTo>
                    <a:pt x="1599528" y="556618"/>
                  </a:lnTo>
                  <a:lnTo>
                    <a:pt x="1600199" y="549804"/>
                  </a:lnTo>
                  <a:lnTo>
                    <a:pt x="1600199" y="107420"/>
                  </a:lnTo>
                  <a:lnTo>
                    <a:pt x="1589591" y="67848"/>
                  </a:lnTo>
                  <a:lnTo>
                    <a:pt x="1564647" y="35348"/>
                  </a:lnTo>
                  <a:lnTo>
                    <a:pt x="1529164" y="14867"/>
                  </a:lnTo>
                  <a:lnTo>
                    <a:pt x="1502304" y="9524"/>
                  </a:lnTo>
                  <a:lnTo>
                    <a:pt x="1540912" y="9524"/>
                  </a:lnTo>
                  <a:lnTo>
                    <a:pt x="1576246" y="33477"/>
                  </a:lnTo>
                  <a:lnTo>
                    <a:pt x="1601023" y="70559"/>
                  </a:lnTo>
                  <a:lnTo>
                    <a:pt x="1609724" y="114299"/>
                  </a:lnTo>
                  <a:lnTo>
                    <a:pt x="1609724" y="542924"/>
                  </a:lnTo>
                  <a:lnTo>
                    <a:pt x="1609180" y="554184"/>
                  </a:lnTo>
                  <a:lnTo>
                    <a:pt x="1596212" y="596859"/>
                  </a:lnTo>
                  <a:lnTo>
                    <a:pt x="1567900" y="631324"/>
                  </a:lnTo>
                  <a:lnTo>
                    <a:pt x="1549359" y="643712"/>
                  </a:lnTo>
                  <a:lnTo>
                    <a:pt x="1540911" y="6476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780361" y="3264611"/>
            <a:ext cx="1835487" cy="413384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25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🔥</a:t>
            </a:r>
            <a:r>
              <a:rPr sz="1250" spc="14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50" b="1" spc="-5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MET</a:t>
            </a:r>
            <a:r>
              <a:rPr sz="1250" b="1" spc="-8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50" b="1" spc="-4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Calories</a:t>
            </a:r>
            <a:endParaRPr sz="125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b="1" spc="-1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Regression</a:t>
            </a:r>
            <a:endParaRPr sz="1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279657" y="3345815"/>
            <a:ext cx="238760" cy="2705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b="1" spc="-5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endParaRPr sz="16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620374" y="3162299"/>
            <a:ext cx="1438275" cy="657225"/>
            <a:chOff x="10620374" y="3162299"/>
            <a:chExt cx="1438275" cy="657225"/>
          </a:xfrm>
        </p:grpSpPr>
        <p:sp>
          <p:nvSpPr>
            <p:cNvPr id="32" name="object 32"/>
            <p:cNvSpPr/>
            <p:nvPr/>
          </p:nvSpPr>
          <p:spPr>
            <a:xfrm>
              <a:off x="10620374" y="3162299"/>
              <a:ext cx="1438275" cy="657225"/>
            </a:xfrm>
            <a:custGeom>
              <a:avLst/>
              <a:gdLst/>
              <a:ahLst/>
              <a:cxnLst/>
              <a:rect l="l" t="t" r="r" b="b"/>
              <a:pathLst>
                <a:path w="1438275" h="657225">
                  <a:moveTo>
                    <a:pt x="1323974" y="657224"/>
                  </a:moveTo>
                  <a:lnTo>
                    <a:pt x="114299" y="657224"/>
                  </a:lnTo>
                  <a:lnTo>
                    <a:pt x="103040" y="656680"/>
                  </a:lnTo>
                  <a:lnTo>
                    <a:pt x="60363" y="643712"/>
                  </a:lnTo>
                  <a:lnTo>
                    <a:pt x="25899" y="615400"/>
                  </a:lnTo>
                  <a:lnTo>
                    <a:pt x="4892" y="576054"/>
                  </a:lnTo>
                  <a:lnTo>
                    <a:pt x="0" y="542924"/>
                  </a:lnTo>
                  <a:lnTo>
                    <a:pt x="0" y="114299"/>
                  </a:lnTo>
                  <a:lnTo>
                    <a:pt x="8698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1323974" y="0"/>
                  </a:lnTo>
                  <a:lnTo>
                    <a:pt x="1367714" y="8700"/>
                  </a:lnTo>
                  <a:lnTo>
                    <a:pt x="1404796" y="33477"/>
                  </a:lnTo>
                  <a:lnTo>
                    <a:pt x="1429572" y="70559"/>
                  </a:lnTo>
                  <a:lnTo>
                    <a:pt x="1438274" y="114299"/>
                  </a:lnTo>
                  <a:lnTo>
                    <a:pt x="1438274" y="542924"/>
                  </a:lnTo>
                  <a:lnTo>
                    <a:pt x="1429573" y="586665"/>
                  </a:lnTo>
                  <a:lnTo>
                    <a:pt x="1404796" y="623747"/>
                  </a:lnTo>
                  <a:lnTo>
                    <a:pt x="1367714" y="648524"/>
                  </a:lnTo>
                  <a:lnTo>
                    <a:pt x="1323974" y="6572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10620374" y="3162299"/>
              <a:ext cx="1438275" cy="657225"/>
            </a:xfrm>
            <a:custGeom>
              <a:avLst/>
              <a:gdLst/>
              <a:ahLst/>
              <a:cxnLst/>
              <a:rect l="l" t="t" r="r" b="b"/>
              <a:pathLst>
                <a:path w="1438275" h="657225">
                  <a:moveTo>
                    <a:pt x="1323974" y="657224"/>
                  </a:moveTo>
                  <a:lnTo>
                    <a:pt x="114299" y="657224"/>
                  </a:lnTo>
                  <a:lnTo>
                    <a:pt x="103040" y="656680"/>
                  </a:lnTo>
                  <a:lnTo>
                    <a:pt x="60363" y="643712"/>
                  </a:lnTo>
                  <a:lnTo>
                    <a:pt x="25899" y="615400"/>
                  </a:lnTo>
                  <a:lnTo>
                    <a:pt x="4892" y="576054"/>
                  </a:lnTo>
                  <a:lnTo>
                    <a:pt x="0" y="542924"/>
                  </a:lnTo>
                  <a:lnTo>
                    <a:pt x="0" y="114299"/>
                  </a:lnTo>
                  <a:lnTo>
                    <a:pt x="8698" y="70559"/>
                  </a:lnTo>
                  <a:lnTo>
                    <a:pt x="33477" y="33477"/>
                  </a:lnTo>
                  <a:lnTo>
                    <a:pt x="70557" y="8700"/>
                  </a:lnTo>
                  <a:lnTo>
                    <a:pt x="114299" y="0"/>
                  </a:lnTo>
                  <a:lnTo>
                    <a:pt x="1323974" y="0"/>
                  </a:lnTo>
                  <a:lnTo>
                    <a:pt x="1367714" y="8700"/>
                  </a:lnTo>
                  <a:lnTo>
                    <a:pt x="1369462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549804"/>
                  </a:lnTo>
                  <a:lnTo>
                    <a:pt x="20133" y="589376"/>
                  </a:lnTo>
                  <a:lnTo>
                    <a:pt x="45077" y="621876"/>
                  </a:lnTo>
                  <a:lnTo>
                    <a:pt x="80559" y="642356"/>
                  </a:lnTo>
                  <a:lnTo>
                    <a:pt x="107420" y="647699"/>
                  </a:lnTo>
                  <a:lnTo>
                    <a:pt x="1369460" y="647699"/>
                  </a:lnTo>
                  <a:lnTo>
                    <a:pt x="1367714" y="648524"/>
                  </a:lnTo>
                  <a:lnTo>
                    <a:pt x="1357103" y="652330"/>
                  </a:lnTo>
                  <a:lnTo>
                    <a:pt x="1346277" y="655049"/>
                  </a:lnTo>
                  <a:lnTo>
                    <a:pt x="1335234" y="656680"/>
                  </a:lnTo>
                  <a:lnTo>
                    <a:pt x="1323974" y="657224"/>
                  </a:lnTo>
                  <a:close/>
                </a:path>
                <a:path w="1438275" h="657225">
                  <a:moveTo>
                    <a:pt x="1369460" y="647699"/>
                  </a:moveTo>
                  <a:lnTo>
                    <a:pt x="1330854" y="647699"/>
                  </a:lnTo>
                  <a:lnTo>
                    <a:pt x="1337667" y="647028"/>
                  </a:lnTo>
                  <a:lnTo>
                    <a:pt x="1351162" y="644344"/>
                  </a:lnTo>
                  <a:lnTo>
                    <a:pt x="1387904" y="626219"/>
                  </a:lnTo>
                  <a:lnTo>
                    <a:pt x="1414913" y="595414"/>
                  </a:lnTo>
                  <a:lnTo>
                    <a:pt x="1428078" y="556618"/>
                  </a:lnTo>
                  <a:lnTo>
                    <a:pt x="1428749" y="549804"/>
                  </a:lnTo>
                  <a:lnTo>
                    <a:pt x="1428749" y="107420"/>
                  </a:lnTo>
                  <a:lnTo>
                    <a:pt x="1418141" y="67848"/>
                  </a:lnTo>
                  <a:lnTo>
                    <a:pt x="1393197" y="35348"/>
                  </a:lnTo>
                  <a:lnTo>
                    <a:pt x="1357714" y="14867"/>
                  </a:lnTo>
                  <a:lnTo>
                    <a:pt x="1330854" y="9524"/>
                  </a:lnTo>
                  <a:lnTo>
                    <a:pt x="1369462" y="9524"/>
                  </a:lnTo>
                  <a:lnTo>
                    <a:pt x="1404796" y="33477"/>
                  </a:lnTo>
                  <a:lnTo>
                    <a:pt x="1429572" y="70559"/>
                  </a:lnTo>
                  <a:lnTo>
                    <a:pt x="1438274" y="114299"/>
                  </a:lnTo>
                  <a:lnTo>
                    <a:pt x="1438274" y="542924"/>
                  </a:lnTo>
                  <a:lnTo>
                    <a:pt x="1437730" y="554184"/>
                  </a:lnTo>
                  <a:lnTo>
                    <a:pt x="1424762" y="596859"/>
                  </a:lnTo>
                  <a:lnTo>
                    <a:pt x="1396450" y="631324"/>
                  </a:lnTo>
                  <a:lnTo>
                    <a:pt x="1377909" y="643712"/>
                  </a:lnTo>
                  <a:lnTo>
                    <a:pt x="1369460" y="647699"/>
                  </a:lnTo>
                  <a:close/>
                </a:path>
              </a:pathLst>
            </a:custGeom>
            <a:solidFill>
              <a:srgbClr val="00BEE6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826451" y="3262530"/>
            <a:ext cx="1022350" cy="41529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250" spc="-18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📈</a:t>
            </a:r>
            <a:r>
              <a:rPr sz="1250" spc="5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50" b="1" spc="-6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Dashboard</a:t>
            </a:r>
            <a:endParaRPr sz="12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00" b="1" spc="-2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App</a:t>
            </a:r>
            <a:r>
              <a:rPr sz="1000" b="1" spc="-5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00" b="1" spc="-1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Designer</a:t>
            </a:r>
            <a:endParaRPr sz="10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61987" y="5162550"/>
            <a:ext cx="13106400" cy="1209675"/>
          </a:xfrm>
          <a:custGeom>
            <a:avLst/>
            <a:gdLst/>
            <a:ahLst/>
            <a:cxnLst/>
            <a:rect l="l" t="t" r="r" b="b"/>
            <a:pathLst>
              <a:path w="13106400" h="1209675">
                <a:moveTo>
                  <a:pt x="6315075" y="1200150"/>
                </a:moveTo>
                <a:lnTo>
                  <a:pt x="0" y="1200150"/>
                </a:lnTo>
                <a:lnTo>
                  <a:pt x="0" y="1209675"/>
                </a:lnTo>
                <a:lnTo>
                  <a:pt x="6315075" y="1209675"/>
                </a:lnTo>
                <a:lnTo>
                  <a:pt x="6315075" y="1200150"/>
                </a:lnTo>
                <a:close/>
              </a:path>
              <a:path w="13106400" h="1209675">
                <a:moveTo>
                  <a:pt x="6315075" y="800100"/>
                </a:moveTo>
                <a:lnTo>
                  <a:pt x="0" y="800100"/>
                </a:lnTo>
                <a:lnTo>
                  <a:pt x="0" y="809625"/>
                </a:lnTo>
                <a:lnTo>
                  <a:pt x="6315075" y="809625"/>
                </a:lnTo>
                <a:lnTo>
                  <a:pt x="6315075" y="800100"/>
                </a:lnTo>
                <a:close/>
              </a:path>
              <a:path w="13106400" h="1209675">
                <a:moveTo>
                  <a:pt x="6315075" y="400050"/>
                </a:moveTo>
                <a:lnTo>
                  <a:pt x="0" y="400050"/>
                </a:lnTo>
                <a:lnTo>
                  <a:pt x="0" y="409575"/>
                </a:lnTo>
                <a:lnTo>
                  <a:pt x="6315075" y="409575"/>
                </a:lnTo>
                <a:lnTo>
                  <a:pt x="6315075" y="400050"/>
                </a:lnTo>
                <a:close/>
              </a:path>
              <a:path w="13106400" h="1209675">
                <a:moveTo>
                  <a:pt x="6315075" y="0"/>
                </a:moveTo>
                <a:lnTo>
                  <a:pt x="0" y="0"/>
                </a:lnTo>
                <a:lnTo>
                  <a:pt x="0" y="9525"/>
                </a:lnTo>
                <a:lnTo>
                  <a:pt x="6315075" y="9525"/>
                </a:lnTo>
                <a:lnTo>
                  <a:pt x="6315075" y="0"/>
                </a:lnTo>
                <a:close/>
              </a:path>
              <a:path w="13106400" h="1209675">
                <a:moveTo>
                  <a:pt x="13106400" y="1200150"/>
                </a:moveTo>
                <a:lnTo>
                  <a:pt x="6791325" y="1200150"/>
                </a:lnTo>
                <a:lnTo>
                  <a:pt x="6791325" y="1209675"/>
                </a:lnTo>
                <a:lnTo>
                  <a:pt x="13106400" y="1209675"/>
                </a:lnTo>
                <a:lnTo>
                  <a:pt x="13106400" y="1200150"/>
                </a:lnTo>
                <a:close/>
              </a:path>
              <a:path w="13106400" h="1209675">
                <a:moveTo>
                  <a:pt x="13106400" y="800100"/>
                </a:moveTo>
                <a:lnTo>
                  <a:pt x="6791325" y="800100"/>
                </a:lnTo>
                <a:lnTo>
                  <a:pt x="6791325" y="809625"/>
                </a:lnTo>
                <a:lnTo>
                  <a:pt x="13106400" y="809625"/>
                </a:lnTo>
                <a:lnTo>
                  <a:pt x="13106400" y="800100"/>
                </a:lnTo>
                <a:close/>
              </a:path>
              <a:path w="13106400" h="1209675">
                <a:moveTo>
                  <a:pt x="13106400" y="400050"/>
                </a:moveTo>
                <a:lnTo>
                  <a:pt x="6791325" y="400050"/>
                </a:lnTo>
                <a:lnTo>
                  <a:pt x="6791325" y="409575"/>
                </a:lnTo>
                <a:lnTo>
                  <a:pt x="13106400" y="409575"/>
                </a:lnTo>
                <a:lnTo>
                  <a:pt x="13106400" y="400050"/>
                </a:lnTo>
                <a:close/>
              </a:path>
              <a:path w="13106400" h="1209675">
                <a:moveTo>
                  <a:pt x="13106400" y="0"/>
                </a:moveTo>
                <a:lnTo>
                  <a:pt x="6791325" y="0"/>
                </a:lnTo>
                <a:lnTo>
                  <a:pt x="6791325" y="9525"/>
                </a:lnTo>
                <a:lnTo>
                  <a:pt x="13106400" y="9525"/>
                </a:lnTo>
                <a:lnTo>
                  <a:pt x="13106400" y="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>
            <a:endParaRPr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49300" y="4353185"/>
            <a:ext cx="173418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9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Signal</a:t>
            </a:r>
            <a:r>
              <a:rPr sz="1700" b="1" spc="-2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700" b="1" spc="-8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Processing</a:t>
            </a:r>
            <a:endParaRPr sz="17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49299" y="4834797"/>
            <a:ext cx="3547745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r>
              <a:rPr sz="1250" b="1" spc="-4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spc="5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</a:t>
            </a:r>
            <a:r>
              <a:rPr sz="1350" spc="5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</a:t>
            </a:r>
            <a:r>
              <a:rPr sz="1300" spc="5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order</a:t>
            </a:r>
            <a:r>
              <a:rPr sz="1350" spc="-2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Butterworth</a:t>
            </a:r>
            <a:r>
              <a:rPr sz="1350" spc="3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bandpass</a:t>
            </a:r>
            <a:r>
              <a:rPr sz="1350" spc="-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spc="-2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(0.5–</a:t>
            </a:r>
            <a:r>
              <a:rPr sz="1300" spc="-114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sz="1300" spc="2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2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Hz</a:t>
            </a:r>
            <a:r>
              <a:rPr sz="1300" spc="-2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endParaRPr sz="13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9299" y="5234847"/>
            <a:ext cx="2252345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r>
              <a:rPr sz="1250" b="1" spc="-1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Zero</a:t>
            </a:r>
            <a:r>
              <a:rPr sz="130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phase</a:t>
            </a:r>
            <a:r>
              <a:rPr sz="1350" spc="1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filtering</a:t>
            </a:r>
            <a:r>
              <a:rPr sz="1350" spc="6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filtfilt</a:t>
            </a:r>
            <a:r>
              <a:rPr sz="130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endParaRPr sz="13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9299" y="5634897"/>
            <a:ext cx="3387090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r>
              <a:rPr sz="1250" b="1" spc="-8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Gravity</a:t>
            </a:r>
            <a:r>
              <a:rPr sz="1350" spc="-8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removal</a:t>
            </a:r>
            <a:r>
              <a:rPr sz="1350" spc="2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&amp;</a:t>
            </a:r>
            <a:r>
              <a:rPr sz="1300" spc="-9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magnitude</a:t>
            </a:r>
            <a:r>
              <a:rPr sz="1350" spc="-5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computation</a:t>
            </a:r>
            <a:endParaRPr sz="13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49299" y="6034947"/>
            <a:ext cx="2769235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r>
              <a:rPr sz="1250" b="1" spc="-5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Adaptive</a:t>
            </a:r>
            <a:r>
              <a:rPr sz="1350" spc="-2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peak</a:t>
            </a:r>
            <a:r>
              <a:rPr sz="1350" spc="-6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detection</a:t>
            </a:r>
            <a:r>
              <a:rPr sz="1350" spc="2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1350" spc="-3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2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steps</a:t>
            </a:r>
            <a:endParaRPr sz="13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540624" y="4353185"/>
            <a:ext cx="194754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7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Feature</a:t>
            </a:r>
            <a:r>
              <a:rPr sz="1700" b="1" spc="-6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700" b="1" spc="-75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Engineering</a:t>
            </a:r>
            <a:endParaRPr sz="17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540625" y="4834797"/>
            <a:ext cx="3079750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r>
              <a:rPr sz="1250" b="1" spc="-5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spc="-9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10</a:t>
            </a:r>
            <a:r>
              <a:rPr sz="1300" spc="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time</a:t>
            </a:r>
            <a:r>
              <a:rPr sz="130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domain</a:t>
            </a:r>
            <a:r>
              <a:rPr sz="1350" spc="2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features</a:t>
            </a:r>
            <a:r>
              <a:rPr sz="1350" spc="-1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×</a:t>
            </a:r>
            <a:r>
              <a:rPr sz="1300" spc="6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spc="7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</a:t>
            </a:r>
            <a:r>
              <a:rPr sz="130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channels</a:t>
            </a:r>
            <a:endParaRPr sz="13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540625" y="5234847"/>
            <a:ext cx="2515235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r>
              <a:rPr sz="1250" b="1" spc="-7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6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FFT</a:t>
            </a:r>
            <a:r>
              <a:rPr sz="1350" spc="-3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spectral</a:t>
            </a:r>
            <a:r>
              <a:rPr sz="1350" spc="4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energy</a:t>
            </a:r>
            <a:r>
              <a:rPr sz="1350" spc="-6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&amp;</a:t>
            </a:r>
            <a:r>
              <a:rPr sz="1300" spc="-8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entropy</a:t>
            </a:r>
            <a:endParaRPr sz="13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540625" y="5634897"/>
            <a:ext cx="2374265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r>
              <a:rPr sz="1250" b="1" spc="-7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2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Dominant</a:t>
            </a:r>
            <a:r>
              <a:rPr sz="1350" spc="-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&amp;</a:t>
            </a:r>
            <a:r>
              <a:rPr sz="1300" spc="-8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2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mean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frequency</a:t>
            </a:r>
            <a:endParaRPr sz="13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540625" y="6034947"/>
            <a:ext cx="2827020" cy="2212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r>
              <a:rPr sz="1250" b="1" spc="-4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Sliding</a:t>
            </a:r>
            <a:r>
              <a:rPr sz="1350" spc="2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windows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(2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sz="130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</a:t>
            </a:r>
            <a:r>
              <a:rPr sz="1300" spc="8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50%</a:t>
            </a:r>
            <a:r>
              <a:rPr sz="1300" spc="4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overlap</a:t>
            </a:r>
            <a:r>
              <a:rPr sz="130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endParaRPr sz="13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4630400" cy="8229600"/>
            <a:chOff x="0" y="0"/>
            <a:chExt cx="14630400" cy="82296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4630398" cy="8229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842399"/>
              <a:ext cx="4576176" cy="4387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5940777"/>
              <a:ext cx="4576176" cy="2288821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pc="-110" dirty="0">
                <a:latin typeface="Helvetica" panose="020B0604020202020204" pitchFamily="34" charset="0"/>
                <a:cs typeface="Helvetica" panose="020B0604020202020204" pitchFamily="34" charset="0"/>
              </a:rPr>
              <a:t>SIGNAL</a:t>
            </a:r>
            <a:r>
              <a:rPr spc="-8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30" dirty="0">
                <a:latin typeface="Helvetica" panose="020B0604020202020204" pitchFamily="34" charset="0"/>
                <a:cs typeface="Helvetica" panose="020B0604020202020204" pitchFamily="34" charset="0"/>
              </a:rPr>
              <a:t>PROCESSING</a:t>
            </a: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3350" spc="-34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From</a:t>
            </a:r>
            <a:r>
              <a:rPr sz="3350" spc="-35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350" spc="-229" dirty="0">
                <a:solidFill>
                  <a:srgbClr val="F0644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Noisy</a:t>
            </a:r>
            <a:r>
              <a:rPr sz="3350" spc="-420" dirty="0">
                <a:solidFill>
                  <a:srgbClr val="F0644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350" spc="-254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 </a:t>
            </a:r>
            <a:r>
              <a:rPr sz="3350" spc="-20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3350" spc="-34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350" spc="-254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Clean</a:t>
            </a:r>
            <a:r>
              <a:rPr sz="3350" spc="-265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350" spc="-27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Signals</a:t>
            </a:r>
            <a:endParaRPr sz="3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61999" y="3676650"/>
            <a:ext cx="6362700" cy="2676525"/>
            <a:chOff x="761999" y="3676650"/>
            <a:chExt cx="6362700" cy="2676525"/>
          </a:xfrm>
        </p:grpSpPr>
        <p:sp>
          <p:nvSpPr>
            <p:cNvPr id="8" name="object 8"/>
            <p:cNvSpPr/>
            <p:nvPr/>
          </p:nvSpPr>
          <p:spPr>
            <a:xfrm>
              <a:off x="761999" y="3676650"/>
              <a:ext cx="6362700" cy="2676525"/>
            </a:xfrm>
            <a:custGeom>
              <a:avLst/>
              <a:gdLst/>
              <a:ahLst/>
              <a:cxnLst/>
              <a:rect l="l" t="t" r="r" b="b"/>
              <a:pathLst>
                <a:path w="6362700" h="2676525">
                  <a:moveTo>
                    <a:pt x="6248399" y="2676524"/>
                  </a:moveTo>
                  <a:lnTo>
                    <a:pt x="114299" y="2676524"/>
                  </a:lnTo>
                  <a:lnTo>
                    <a:pt x="103040" y="2675980"/>
                  </a:lnTo>
                  <a:lnTo>
                    <a:pt x="60364" y="2663012"/>
                  </a:lnTo>
                  <a:lnTo>
                    <a:pt x="25900" y="2634700"/>
                  </a:lnTo>
                  <a:lnTo>
                    <a:pt x="4893" y="2595354"/>
                  </a:lnTo>
                  <a:lnTo>
                    <a:pt x="0" y="25622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48399" y="0"/>
                  </a:lnTo>
                  <a:lnTo>
                    <a:pt x="6292139" y="8700"/>
                  </a:lnTo>
                  <a:lnTo>
                    <a:pt x="6329221" y="33477"/>
                  </a:lnTo>
                  <a:lnTo>
                    <a:pt x="6353998" y="70559"/>
                  </a:lnTo>
                  <a:lnTo>
                    <a:pt x="6362699" y="114299"/>
                  </a:lnTo>
                  <a:lnTo>
                    <a:pt x="6362699" y="2562224"/>
                  </a:lnTo>
                  <a:lnTo>
                    <a:pt x="6353998" y="2605964"/>
                  </a:lnTo>
                  <a:lnTo>
                    <a:pt x="6329221" y="2643046"/>
                  </a:lnTo>
                  <a:lnTo>
                    <a:pt x="6292139" y="2667823"/>
                  </a:lnTo>
                  <a:lnTo>
                    <a:pt x="6248399" y="2676524"/>
                  </a:lnTo>
                  <a:close/>
                </a:path>
              </a:pathLst>
            </a:custGeom>
            <a:solidFill>
              <a:srgbClr val="00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61999" y="3676650"/>
              <a:ext cx="6362700" cy="2676525"/>
            </a:xfrm>
            <a:custGeom>
              <a:avLst/>
              <a:gdLst/>
              <a:ahLst/>
              <a:cxnLst/>
              <a:rect l="l" t="t" r="r" b="b"/>
              <a:pathLst>
                <a:path w="6362700" h="2676525">
                  <a:moveTo>
                    <a:pt x="6248399" y="2676524"/>
                  </a:moveTo>
                  <a:lnTo>
                    <a:pt x="114299" y="2676524"/>
                  </a:lnTo>
                  <a:lnTo>
                    <a:pt x="103040" y="2675980"/>
                  </a:lnTo>
                  <a:lnTo>
                    <a:pt x="60364" y="2663012"/>
                  </a:lnTo>
                  <a:lnTo>
                    <a:pt x="25900" y="2634700"/>
                  </a:lnTo>
                  <a:lnTo>
                    <a:pt x="4893" y="2595354"/>
                  </a:lnTo>
                  <a:lnTo>
                    <a:pt x="0" y="25622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48399" y="0"/>
                  </a:lnTo>
                  <a:lnTo>
                    <a:pt x="6292139" y="8700"/>
                  </a:lnTo>
                  <a:lnTo>
                    <a:pt x="629388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2569104"/>
                  </a:lnTo>
                  <a:lnTo>
                    <a:pt x="20133" y="2608676"/>
                  </a:lnTo>
                  <a:lnTo>
                    <a:pt x="45077" y="2641176"/>
                  </a:lnTo>
                  <a:lnTo>
                    <a:pt x="80560" y="2661656"/>
                  </a:lnTo>
                  <a:lnTo>
                    <a:pt x="107420" y="2666999"/>
                  </a:lnTo>
                  <a:lnTo>
                    <a:pt x="6293885" y="2666999"/>
                  </a:lnTo>
                  <a:lnTo>
                    <a:pt x="6292139" y="2667823"/>
                  </a:lnTo>
                  <a:lnTo>
                    <a:pt x="6281529" y="2671630"/>
                  </a:lnTo>
                  <a:lnTo>
                    <a:pt x="6270702" y="2674349"/>
                  </a:lnTo>
                  <a:lnTo>
                    <a:pt x="6259659" y="2675980"/>
                  </a:lnTo>
                  <a:lnTo>
                    <a:pt x="6248399" y="2676524"/>
                  </a:lnTo>
                  <a:close/>
                </a:path>
                <a:path w="6362700" h="2676525">
                  <a:moveTo>
                    <a:pt x="6293885" y="2666999"/>
                  </a:moveTo>
                  <a:lnTo>
                    <a:pt x="6255279" y="2666999"/>
                  </a:lnTo>
                  <a:lnTo>
                    <a:pt x="6262092" y="2666328"/>
                  </a:lnTo>
                  <a:lnTo>
                    <a:pt x="6275587" y="2663644"/>
                  </a:lnTo>
                  <a:lnTo>
                    <a:pt x="6312328" y="2645519"/>
                  </a:lnTo>
                  <a:lnTo>
                    <a:pt x="6339338" y="2614714"/>
                  </a:lnTo>
                  <a:lnTo>
                    <a:pt x="6352503" y="2575917"/>
                  </a:lnTo>
                  <a:lnTo>
                    <a:pt x="6353174" y="2569104"/>
                  </a:lnTo>
                  <a:lnTo>
                    <a:pt x="6353174" y="107420"/>
                  </a:lnTo>
                  <a:lnTo>
                    <a:pt x="6342565" y="67848"/>
                  </a:lnTo>
                  <a:lnTo>
                    <a:pt x="6317622" y="35348"/>
                  </a:lnTo>
                  <a:lnTo>
                    <a:pt x="6282139" y="14867"/>
                  </a:lnTo>
                  <a:lnTo>
                    <a:pt x="6255279" y="9524"/>
                  </a:lnTo>
                  <a:lnTo>
                    <a:pt x="6293887" y="9524"/>
                  </a:lnTo>
                  <a:lnTo>
                    <a:pt x="6329221" y="33477"/>
                  </a:lnTo>
                  <a:lnTo>
                    <a:pt x="6353998" y="70559"/>
                  </a:lnTo>
                  <a:lnTo>
                    <a:pt x="6362699" y="114299"/>
                  </a:lnTo>
                  <a:lnTo>
                    <a:pt x="6362699" y="2562224"/>
                  </a:lnTo>
                  <a:lnTo>
                    <a:pt x="6362155" y="2573484"/>
                  </a:lnTo>
                  <a:lnTo>
                    <a:pt x="6349187" y="2616159"/>
                  </a:lnTo>
                  <a:lnTo>
                    <a:pt x="6320875" y="2650624"/>
                  </a:lnTo>
                  <a:lnTo>
                    <a:pt x="6302334" y="2663012"/>
                  </a:lnTo>
                  <a:lnTo>
                    <a:pt x="6293885" y="2666999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49300" y="2882537"/>
            <a:ext cx="8013700" cy="307443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450" spc="-3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Raw</a:t>
            </a:r>
            <a:r>
              <a:rPr sz="1450" spc="-5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accelerometer</a:t>
            </a:r>
            <a:r>
              <a:rPr sz="1450" spc="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1450" spc="6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sz="1450" spc="2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noisy</a:t>
            </a:r>
            <a:r>
              <a:rPr sz="1450" spc="-2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1450" spc="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contains</a:t>
            </a:r>
            <a:r>
              <a:rPr sz="1450" spc="2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gravity.</a:t>
            </a:r>
            <a:r>
              <a:rPr sz="1450" spc="10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Our </a:t>
            </a:r>
            <a:r>
              <a:rPr sz="1450" spc="-1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preprocessing</a:t>
            </a:r>
            <a:endParaRPr sz="145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50" spc="-1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pipeline:</a:t>
            </a:r>
            <a:endParaRPr sz="145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35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35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50190">
              <a:lnSpc>
                <a:spcPct val="100000"/>
              </a:lnSpc>
            </a:pP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%</a:t>
            </a:r>
            <a:r>
              <a:rPr lang="en-GB" sz="1000" spc="35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Butterworth</a:t>
            </a:r>
            <a:r>
              <a:rPr lang="en-GB" sz="1000" spc="45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bandpass</a:t>
            </a:r>
            <a:r>
              <a:rPr lang="en-GB" sz="1000" spc="5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spc="-1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filter</a:t>
            </a:r>
            <a:endParaRPr lang="en-GB" sz="10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250190" marR="3103245">
              <a:lnSpc>
                <a:spcPct val="137500"/>
              </a:lnSpc>
            </a:pP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[b,</a:t>
            </a:r>
            <a:r>
              <a:rPr lang="en-GB" sz="1000" spc="3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a]</a:t>
            </a:r>
            <a:r>
              <a:rPr lang="en-GB" sz="1000" spc="3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=</a:t>
            </a:r>
            <a:r>
              <a:rPr lang="en-GB" sz="1000" spc="3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butter(4,</a:t>
            </a:r>
            <a:r>
              <a:rPr lang="en-GB" sz="1000" spc="3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[0.5</a:t>
            </a:r>
            <a:r>
              <a:rPr lang="en-GB" sz="1000" spc="3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spc="-1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15]/(Fs/2)); </a:t>
            </a:r>
            <a:r>
              <a:rPr lang="en-GB" sz="1000" dirty="0" err="1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accelClean</a:t>
            </a:r>
            <a:r>
              <a:rPr lang="en-GB" sz="1000" spc="4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=</a:t>
            </a:r>
            <a:r>
              <a:rPr lang="en-GB" sz="1000" spc="45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 err="1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filtfilt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(b,</a:t>
            </a:r>
            <a:r>
              <a:rPr lang="en-GB" sz="1000" spc="4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a,</a:t>
            </a:r>
            <a:r>
              <a:rPr lang="en-GB" sz="1000" spc="45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spc="-10" dirty="0" err="1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rawAccel</a:t>
            </a:r>
            <a:r>
              <a:rPr lang="en-GB" sz="1000" spc="-1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);</a:t>
            </a:r>
            <a:endParaRPr lang="en-GB" sz="10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lang="en-GB" sz="10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250190" marR="3316604">
              <a:lnSpc>
                <a:spcPct val="137500"/>
              </a:lnSpc>
            </a:pP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%</a:t>
            </a:r>
            <a:r>
              <a:rPr lang="en-GB" sz="1000" spc="75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Orientation-independent</a:t>
            </a:r>
            <a:r>
              <a:rPr lang="en-GB" sz="1000" spc="75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spc="-1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magnitude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mag</a:t>
            </a:r>
            <a:r>
              <a:rPr lang="en-GB" sz="1000" spc="25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=</a:t>
            </a:r>
            <a:r>
              <a:rPr lang="en-GB" sz="1000" spc="3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sqrt(ax.^2</a:t>
            </a:r>
            <a:r>
              <a:rPr lang="en-GB" sz="1000" spc="3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+</a:t>
            </a:r>
            <a:r>
              <a:rPr lang="en-GB" sz="1000" spc="3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ay.^2</a:t>
            </a:r>
            <a:r>
              <a:rPr lang="en-GB" sz="1000" spc="3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+</a:t>
            </a:r>
            <a:r>
              <a:rPr lang="en-GB" sz="1000" spc="3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spc="-1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az.^2);</a:t>
            </a:r>
            <a:endParaRPr lang="en-GB" sz="10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lang="en-GB" sz="10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250190">
              <a:lnSpc>
                <a:spcPct val="100000"/>
              </a:lnSpc>
            </a:pP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%</a:t>
            </a:r>
            <a:r>
              <a:rPr lang="en-GB" sz="1000" spc="3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Adaptive</a:t>
            </a:r>
            <a:r>
              <a:rPr lang="en-GB" sz="1000" spc="35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step</a:t>
            </a:r>
            <a:r>
              <a:rPr lang="en-GB" sz="1000" spc="35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spc="-1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detection</a:t>
            </a:r>
            <a:endParaRPr lang="en-GB" sz="1000" dirty="0"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 marL="535305" marR="3031490" indent="-285115">
              <a:lnSpc>
                <a:spcPct val="137500"/>
              </a:lnSpc>
            </a:pP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[peaks,</a:t>
            </a:r>
            <a:r>
              <a:rPr lang="en-GB" sz="1000" spc="45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locs]</a:t>
            </a:r>
            <a:r>
              <a:rPr lang="en-GB" sz="1000" spc="45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=</a:t>
            </a:r>
            <a:r>
              <a:rPr lang="en-GB" sz="1000" spc="5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 err="1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findpeaks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(mag,</a:t>
            </a:r>
            <a:r>
              <a:rPr lang="en-GB" sz="1000" spc="45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spc="-25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...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'</a:t>
            </a:r>
            <a:r>
              <a:rPr lang="en-GB" sz="1000" dirty="0" err="1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MinPeakHeight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',</a:t>
            </a:r>
            <a:r>
              <a:rPr lang="en-GB" sz="1000" spc="85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std(mag)*0.8,</a:t>
            </a:r>
            <a:r>
              <a:rPr lang="en-GB" sz="1000" spc="9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spc="-25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... 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'</a:t>
            </a:r>
            <a:r>
              <a:rPr lang="en-GB" sz="1000" dirty="0" err="1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MinPeakDistance</a:t>
            </a:r>
            <a:r>
              <a:rPr lang="en-GB" sz="100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',</a:t>
            </a:r>
            <a:r>
              <a:rPr lang="en-GB" sz="1000" spc="105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GB" sz="1000" spc="-10" dirty="0">
                <a:solidFill>
                  <a:srgbClr val="A0D0DF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round(Fs*0.35));</a:t>
            </a:r>
            <a:endParaRPr lang="en-GB" sz="1000" dirty="0"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053833" y="2209800"/>
            <a:ext cx="7552943" cy="4657343"/>
            <a:chOff x="7077455" y="2569463"/>
            <a:chExt cx="7221220" cy="445008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2" name="object 12"/>
            <p:cNvSpPr/>
            <p:nvPr/>
          </p:nvSpPr>
          <p:spPr>
            <a:xfrm>
              <a:off x="7077455" y="2569463"/>
              <a:ext cx="7221220" cy="4450080"/>
            </a:xfrm>
            <a:custGeom>
              <a:avLst/>
              <a:gdLst/>
              <a:ahLst/>
              <a:cxnLst/>
              <a:rect l="l" t="t" r="r" b="b"/>
              <a:pathLst>
                <a:path w="7221219" h="4450080">
                  <a:moveTo>
                    <a:pt x="7220711" y="4450079"/>
                  </a:moveTo>
                  <a:lnTo>
                    <a:pt x="0" y="4450079"/>
                  </a:lnTo>
                  <a:lnTo>
                    <a:pt x="0" y="0"/>
                  </a:lnTo>
                  <a:lnTo>
                    <a:pt x="7220711" y="0"/>
                  </a:lnTo>
                  <a:lnTo>
                    <a:pt x="7220711" y="354710"/>
                  </a:lnTo>
                  <a:lnTo>
                    <a:pt x="542543" y="354710"/>
                  </a:lnTo>
                  <a:lnTo>
                    <a:pt x="531284" y="355254"/>
                  </a:lnTo>
                  <a:lnTo>
                    <a:pt x="488607" y="368222"/>
                  </a:lnTo>
                  <a:lnTo>
                    <a:pt x="454143" y="396534"/>
                  </a:lnTo>
                  <a:lnTo>
                    <a:pt x="433137" y="435880"/>
                  </a:lnTo>
                  <a:lnTo>
                    <a:pt x="428243" y="469010"/>
                  </a:lnTo>
                  <a:lnTo>
                    <a:pt x="428243" y="3831335"/>
                  </a:lnTo>
                  <a:lnTo>
                    <a:pt x="436943" y="3875075"/>
                  </a:lnTo>
                  <a:lnTo>
                    <a:pt x="461721" y="3912157"/>
                  </a:lnTo>
                  <a:lnTo>
                    <a:pt x="498802" y="3936934"/>
                  </a:lnTo>
                  <a:lnTo>
                    <a:pt x="542543" y="3945635"/>
                  </a:lnTo>
                  <a:lnTo>
                    <a:pt x="7220711" y="3945635"/>
                  </a:lnTo>
                  <a:lnTo>
                    <a:pt x="7220711" y="4450079"/>
                  </a:lnTo>
                  <a:close/>
                </a:path>
                <a:path w="7221219" h="4450080">
                  <a:moveTo>
                    <a:pt x="7220711" y="3945635"/>
                  </a:moveTo>
                  <a:lnTo>
                    <a:pt x="6676643" y="3945635"/>
                  </a:lnTo>
                  <a:lnTo>
                    <a:pt x="6687903" y="3945091"/>
                  </a:lnTo>
                  <a:lnTo>
                    <a:pt x="6698945" y="3943460"/>
                  </a:lnTo>
                  <a:lnTo>
                    <a:pt x="6740155" y="3926389"/>
                  </a:lnTo>
                  <a:lnTo>
                    <a:pt x="6771697" y="3894849"/>
                  </a:lnTo>
                  <a:lnTo>
                    <a:pt x="6788768" y="3853638"/>
                  </a:lnTo>
                  <a:lnTo>
                    <a:pt x="6790943" y="3831335"/>
                  </a:lnTo>
                  <a:lnTo>
                    <a:pt x="6790943" y="469010"/>
                  </a:lnTo>
                  <a:lnTo>
                    <a:pt x="6782241" y="425270"/>
                  </a:lnTo>
                  <a:lnTo>
                    <a:pt x="6757464" y="388188"/>
                  </a:lnTo>
                  <a:lnTo>
                    <a:pt x="6720382" y="363411"/>
                  </a:lnTo>
                  <a:lnTo>
                    <a:pt x="6676643" y="354710"/>
                  </a:lnTo>
                  <a:lnTo>
                    <a:pt x="7220711" y="354710"/>
                  </a:lnTo>
                  <a:lnTo>
                    <a:pt x="7220711" y="3945635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05698" y="2924173"/>
              <a:ext cx="6362700" cy="359092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428885"/>
            <a:ext cx="159829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70" dirty="0">
                <a:solidFill>
                  <a:srgbClr val="A0A0B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DEEP</a:t>
            </a:r>
            <a:r>
              <a:rPr sz="1700" b="1" spc="-60" dirty="0">
                <a:solidFill>
                  <a:srgbClr val="A0A0B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700" b="1" spc="-110" dirty="0">
                <a:solidFill>
                  <a:srgbClr val="A0A0B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LEARNING</a:t>
            </a:r>
            <a:endParaRPr sz="17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9300" y="731146"/>
            <a:ext cx="6482715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spc="-26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Bidirectional</a:t>
            </a:r>
            <a:r>
              <a:rPr sz="3350" spc="-16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350" spc="-28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LSTM</a:t>
            </a:r>
            <a:r>
              <a:rPr sz="3350" spc="-35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350" spc="-17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Activity</a:t>
            </a:r>
            <a:r>
              <a:rPr sz="3350" spc="-42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350" spc="-16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Classifier</a:t>
            </a:r>
            <a:endParaRPr sz="3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61999" y="3171823"/>
            <a:ext cx="6362700" cy="466725"/>
            <a:chOff x="761999" y="3171823"/>
            <a:chExt cx="6362700" cy="466725"/>
          </a:xfrm>
        </p:grpSpPr>
        <p:sp>
          <p:nvSpPr>
            <p:cNvPr id="5" name="object 5"/>
            <p:cNvSpPr/>
            <p:nvPr/>
          </p:nvSpPr>
          <p:spPr>
            <a:xfrm>
              <a:off x="761999" y="3171823"/>
              <a:ext cx="6362700" cy="466725"/>
            </a:xfrm>
            <a:custGeom>
              <a:avLst/>
              <a:gdLst/>
              <a:ahLst/>
              <a:cxnLst/>
              <a:rect l="l" t="t" r="r" b="b"/>
              <a:pathLst>
                <a:path w="6362700" h="466725">
                  <a:moveTo>
                    <a:pt x="6248399" y="466724"/>
                  </a:moveTo>
                  <a:lnTo>
                    <a:pt x="114299" y="466724"/>
                  </a:lnTo>
                  <a:lnTo>
                    <a:pt x="103040" y="466180"/>
                  </a:lnTo>
                  <a:lnTo>
                    <a:pt x="60364" y="453212"/>
                  </a:lnTo>
                  <a:lnTo>
                    <a:pt x="25900" y="424900"/>
                  </a:lnTo>
                  <a:lnTo>
                    <a:pt x="4893" y="385554"/>
                  </a:lnTo>
                  <a:lnTo>
                    <a:pt x="0" y="3524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48399" y="0"/>
                  </a:lnTo>
                  <a:lnTo>
                    <a:pt x="6292139" y="8700"/>
                  </a:lnTo>
                  <a:lnTo>
                    <a:pt x="6329221" y="33477"/>
                  </a:lnTo>
                  <a:lnTo>
                    <a:pt x="6353998" y="70559"/>
                  </a:lnTo>
                  <a:lnTo>
                    <a:pt x="6362699" y="114299"/>
                  </a:lnTo>
                  <a:lnTo>
                    <a:pt x="6362699" y="352424"/>
                  </a:lnTo>
                  <a:lnTo>
                    <a:pt x="6353998" y="396164"/>
                  </a:lnTo>
                  <a:lnTo>
                    <a:pt x="6329221" y="433246"/>
                  </a:lnTo>
                  <a:lnTo>
                    <a:pt x="6292139" y="458023"/>
                  </a:lnTo>
                  <a:lnTo>
                    <a:pt x="6248399" y="4667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61999" y="3171825"/>
              <a:ext cx="6362700" cy="466725"/>
            </a:xfrm>
            <a:custGeom>
              <a:avLst/>
              <a:gdLst/>
              <a:ahLst/>
              <a:cxnLst/>
              <a:rect l="l" t="t" r="r" b="b"/>
              <a:pathLst>
                <a:path w="6362700" h="466725">
                  <a:moveTo>
                    <a:pt x="6248399" y="466724"/>
                  </a:moveTo>
                  <a:lnTo>
                    <a:pt x="114299" y="466724"/>
                  </a:lnTo>
                  <a:lnTo>
                    <a:pt x="103040" y="466180"/>
                  </a:lnTo>
                  <a:lnTo>
                    <a:pt x="60364" y="453212"/>
                  </a:lnTo>
                  <a:lnTo>
                    <a:pt x="25900" y="424900"/>
                  </a:lnTo>
                  <a:lnTo>
                    <a:pt x="4893" y="385554"/>
                  </a:lnTo>
                  <a:lnTo>
                    <a:pt x="0" y="3524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48399" y="0"/>
                  </a:lnTo>
                  <a:lnTo>
                    <a:pt x="6292139" y="8700"/>
                  </a:lnTo>
                  <a:lnTo>
                    <a:pt x="629388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359304"/>
                  </a:lnTo>
                  <a:lnTo>
                    <a:pt x="20133" y="398876"/>
                  </a:lnTo>
                  <a:lnTo>
                    <a:pt x="45077" y="431376"/>
                  </a:lnTo>
                  <a:lnTo>
                    <a:pt x="80560" y="451857"/>
                  </a:lnTo>
                  <a:lnTo>
                    <a:pt x="107420" y="457199"/>
                  </a:lnTo>
                  <a:lnTo>
                    <a:pt x="6293885" y="457199"/>
                  </a:lnTo>
                  <a:lnTo>
                    <a:pt x="6292139" y="458023"/>
                  </a:lnTo>
                  <a:lnTo>
                    <a:pt x="6281529" y="461830"/>
                  </a:lnTo>
                  <a:lnTo>
                    <a:pt x="6270702" y="464549"/>
                  </a:lnTo>
                  <a:lnTo>
                    <a:pt x="6259659" y="466180"/>
                  </a:lnTo>
                  <a:lnTo>
                    <a:pt x="6248399" y="466724"/>
                  </a:lnTo>
                  <a:close/>
                </a:path>
                <a:path w="6362700" h="466725">
                  <a:moveTo>
                    <a:pt x="6293885" y="457199"/>
                  </a:moveTo>
                  <a:lnTo>
                    <a:pt x="6255279" y="457199"/>
                  </a:lnTo>
                  <a:lnTo>
                    <a:pt x="6262092" y="456528"/>
                  </a:lnTo>
                  <a:lnTo>
                    <a:pt x="6275587" y="453844"/>
                  </a:lnTo>
                  <a:lnTo>
                    <a:pt x="6312328" y="435720"/>
                  </a:lnTo>
                  <a:lnTo>
                    <a:pt x="6339338" y="404914"/>
                  </a:lnTo>
                  <a:lnTo>
                    <a:pt x="6352503" y="366118"/>
                  </a:lnTo>
                  <a:lnTo>
                    <a:pt x="6353174" y="359304"/>
                  </a:lnTo>
                  <a:lnTo>
                    <a:pt x="6353174" y="107420"/>
                  </a:lnTo>
                  <a:lnTo>
                    <a:pt x="6342565" y="67848"/>
                  </a:lnTo>
                  <a:lnTo>
                    <a:pt x="6317622" y="35348"/>
                  </a:lnTo>
                  <a:lnTo>
                    <a:pt x="6282139" y="14867"/>
                  </a:lnTo>
                  <a:lnTo>
                    <a:pt x="6255279" y="9524"/>
                  </a:lnTo>
                  <a:lnTo>
                    <a:pt x="6293887" y="9524"/>
                  </a:lnTo>
                  <a:lnTo>
                    <a:pt x="6329221" y="33477"/>
                  </a:lnTo>
                  <a:lnTo>
                    <a:pt x="6353998" y="70559"/>
                  </a:lnTo>
                  <a:lnTo>
                    <a:pt x="6362699" y="114299"/>
                  </a:lnTo>
                  <a:lnTo>
                    <a:pt x="6362699" y="352424"/>
                  </a:lnTo>
                  <a:lnTo>
                    <a:pt x="6362155" y="363684"/>
                  </a:lnTo>
                  <a:lnTo>
                    <a:pt x="6349187" y="406359"/>
                  </a:lnTo>
                  <a:lnTo>
                    <a:pt x="6320875" y="440824"/>
                  </a:lnTo>
                  <a:lnTo>
                    <a:pt x="6302334" y="453212"/>
                  </a:lnTo>
                  <a:lnTo>
                    <a:pt x="6293885" y="4571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402184" y="3287292"/>
            <a:ext cx="3083560" cy="2039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b="1" spc="-4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sequenceInputLayer</a:t>
            </a:r>
            <a:r>
              <a:rPr sz="1200" b="1" spc="-4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(4)</a:t>
            </a:r>
            <a:r>
              <a:rPr sz="1200" b="1" spc="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00" b="1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—</a:t>
            </a:r>
            <a:r>
              <a:rPr sz="1000" b="1" spc="-135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00" b="1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ax,</a:t>
            </a:r>
            <a:r>
              <a:rPr sz="1000" b="1" spc="-1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00" b="1" spc="-2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ay,</a:t>
            </a:r>
            <a:r>
              <a:rPr sz="1000" b="1" spc="-5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00" b="1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az,</a:t>
            </a:r>
            <a:r>
              <a:rPr sz="1000" b="1" spc="-1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magnitude</a:t>
            </a:r>
            <a:endParaRPr sz="10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4060" y="3664902"/>
            <a:ext cx="21272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b="1" spc="44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endParaRPr sz="19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61999" y="4048123"/>
            <a:ext cx="6362700" cy="466725"/>
            <a:chOff x="761999" y="4048123"/>
            <a:chExt cx="6362700" cy="466725"/>
          </a:xfrm>
        </p:grpSpPr>
        <p:sp>
          <p:nvSpPr>
            <p:cNvPr id="10" name="object 10"/>
            <p:cNvSpPr/>
            <p:nvPr/>
          </p:nvSpPr>
          <p:spPr>
            <a:xfrm>
              <a:off x="761999" y="4048123"/>
              <a:ext cx="6362700" cy="466725"/>
            </a:xfrm>
            <a:custGeom>
              <a:avLst/>
              <a:gdLst/>
              <a:ahLst/>
              <a:cxnLst/>
              <a:rect l="l" t="t" r="r" b="b"/>
              <a:pathLst>
                <a:path w="6362700" h="466725">
                  <a:moveTo>
                    <a:pt x="6248399" y="466724"/>
                  </a:moveTo>
                  <a:lnTo>
                    <a:pt x="114299" y="466724"/>
                  </a:lnTo>
                  <a:lnTo>
                    <a:pt x="103040" y="466180"/>
                  </a:lnTo>
                  <a:lnTo>
                    <a:pt x="60364" y="453212"/>
                  </a:lnTo>
                  <a:lnTo>
                    <a:pt x="25900" y="424900"/>
                  </a:lnTo>
                  <a:lnTo>
                    <a:pt x="4894" y="385554"/>
                  </a:lnTo>
                  <a:lnTo>
                    <a:pt x="0" y="352424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48399" y="0"/>
                  </a:lnTo>
                  <a:lnTo>
                    <a:pt x="6292139" y="8700"/>
                  </a:lnTo>
                  <a:lnTo>
                    <a:pt x="6329221" y="33477"/>
                  </a:lnTo>
                  <a:lnTo>
                    <a:pt x="6353998" y="70558"/>
                  </a:lnTo>
                  <a:lnTo>
                    <a:pt x="6362699" y="114299"/>
                  </a:lnTo>
                  <a:lnTo>
                    <a:pt x="6362699" y="352424"/>
                  </a:lnTo>
                  <a:lnTo>
                    <a:pt x="6353998" y="396165"/>
                  </a:lnTo>
                  <a:lnTo>
                    <a:pt x="6329221" y="433246"/>
                  </a:lnTo>
                  <a:lnTo>
                    <a:pt x="6292138" y="458024"/>
                  </a:lnTo>
                  <a:lnTo>
                    <a:pt x="6248399" y="4667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61999" y="4048124"/>
              <a:ext cx="6362700" cy="466725"/>
            </a:xfrm>
            <a:custGeom>
              <a:avLst/>
              <a:gdLst/>
              <a:ahLst/>
              <a:cxnLst/>
              <a:rect l="l" t="t" r="r" b="b"/>
              <a:pathLst>
                <a:path w="6362700" h="466725">
                  <a:moveTo>
                    <a:pt x="6248399" y="466724"/>
                  </a:moveTo>
                  <a:lnTo>
                    <a:pt x="114299" y="466724"/>
                  </a:lnTo>
                  <a:lnTo>
                    <a:pt x="103040" y="466180"/>
                  </a:lnTo>
                  <a:lnTo>
                    <a:pt x="60364" y="453212"/>
                  </a:lnTo>
                  <a:lnTo>
                    <a:pt x="25900" y="424900"/>
                  </a:lnTo>
                  <a:lnTo>
                    <a:pt x="4894" y="385554"/>
                  </a:lnTo>
                  <a:lnTo>
                    <a:pt x="0" y="352424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48399" y="0"/>
                  </a:lnTo>
                  <a:lnTo>
                    <a:pt x="6292139" y="8700"/>
                  </a:lnTo>
                  <a:lnTo>
                    <a:pt x="6293887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359304"/>
                  </a:lnTo>
                  <a:lnTo>
                    <a:pt x="20133" y="398876"/>
                  </a:lnTo>
                  <a:lnTo>
                    <a:pt x="45077" y="431376"/>
                  </a:lnTo>
                  <a:lnTo>
                    <a:pt x="80560" y="451857"/>
                  </a:lnTo>
                  <a:lnTo>
                    <a:pt x="107420" y="457199"/>
                  </a:lnTo>
                  <a:lnTo>
                    <a:pt x="6293884" y="457199"/>
                  </a:lnTo>
                  <a:lnTo>
                    <a:pt x="6292138" y="458024"/>
                  </a:lnTo>
                  <a:lnTo>
                    <a:pt x="6281528" y="461830"/>
                  </a:lnTo>
                  <a:lnTo>
                    <a:pt x="6270701" y="464549"/>
                  </a:lnTo>
                  <a:lnTo>
                    <a:pt x="6259659" y="466180"/>
                  </a:lnTo>
                  <a:lnTo>
                    <a:pt x="6248399" y="466724"/>
                  </a:lnTo>
                  <a:close/>
                </a:path>
                <a:path w="6362700" h="466725">
                  <a:moveTo>
                    <a:pt x="6293884" y="457199"/>
                  </a:moveTo>
                  <a:lnTo>
                    <a:pt x="6255279" y="457199"/>
                  </a:lnTo>
                  <a:lnTo>
                    <a:pt x="6262092" y="456528"/>
                  </a:lnTo>
                  <a:lnTo>
                    <a:pt x="6275587" y="453844"/>
                  </a:lnTo>
                  <a:lnTo>
                    <a:pt x="6312328" y="435720"/>
                  </a:lnTo>
                  <a:lnTo>
                    <a:pt x="6339338" y="404914"/>
                  </a:lnTo>
                  <a:lnTo>
                    <a:pt x="6352503" y="366118"/>
                  </a:lnTo>
                  <a:lnTo>
                    <a:pt x="6353174" y="359304"/>
                  </a:lnTo>
                  <a:lnTo>
                    <a:pt x="6353174" y="107420"/>
                  </a:lnTo>
                  <a:lnTo>
                    <a:pt x="6342565" y="67848"/>
                  </a:lnTo>
                  <a:lnTo>
                    <a:pt x="6317622" y="35348"/>
                  </a:lnTo>
                  <a:lnTo>
                    <a:pt x="6282139" y="14867"/>
                  </a:lnTo>
                  <a:lnTo>
                    <a:pt x="6255279" y="9524"/>
                  </a:lnTo>
                  <a:lnTo>
                    <a:pt x="6293887" y="9524"/>
                  </a:lnTo>
                  <a:lnTo>
                    <a:pt x="6329221" y="33477"/>
                  </a:lnTo>
                  <a:lnTo>
                    <a:pt x="6353998" y="70558"/>
                  </a:lnTo>
                  <a:lnTo>
                    <a:pt x="6362699" y="114299"/>
                  </a:lnTo>
                  <a:lnTo>
                    <a:pt x="6362699" y="352424"/>
                  </a:lnTo>
                  <a:lnTo>
                    <a:pt x="6362155" y="363684"/>
                  </a:lnTo>
                  <a:lnTo>
                    <a:pt x="6349187" y="406359"/>
                  </a:lnTo>
                  <a:lnTo>
                    <a:pt x="6320875" y="440823"/>
                  </a:lnTo>
                  <a:lnTo>
                    <a:pt x="6302334" y="453212"/>
                  </a:lnTo>
                  <a:lnTo>
                    <a:pt x="6293884" y="457199"/>
                  </a:lnTo>
                  <a:close/>
                </a:path>
              </a:pathLst>
            </a:custGeom>
            <a:solidFill>
              <a:srgbClr val="00BEE6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61865" y="4163592"/>
            <a:ext cx="2964180" cy="2039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b="1" spc="-5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bilstmLayer</a:t>
            </a:r>
            <a:r>
              <a:rPr sz="1200" b="1" spc="-5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(128)</a:t>
            </a:r>
            <a:r>
              <a:rPr sz="1200" b="1" spc="5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0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—</a:t>
            </a:r>
            <a:r>
              <a:rPr sz="1000" b="1" spc="-12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00" b="1" spc="-2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captures</a:t>
            </a:r>
            <a:r>
              <a:rPr sz="1000" b="1" spc="-2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temporal</a:t>
            </a:r>
            <a:r>
              <a:rPr sz="1000" b="1" spc="3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00" b="1" spc="-1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patterns</a:t>
            </a:r>
            <a:endParaRPr sz="10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4060" y="4541202"/>
            <a:ext cx="21272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b="1" spc="44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endParaRPr sz="19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61999" y="4924423"/>
            <a:ext cx="6362700" cy="466725"/>
            <a:chOff x="761999" y="4924423"/>
            <a:chExt cx="6362700" cy="466725"/>
          </a:xfrm>
        </p:grpSpPr>
        <p:sp>
          <p:nvSpPr>
            <p:cNvPr id="15" name="object 15"/>
            <p:cNvSpPr/>
            <p:nvPr/>
          </p:nvSpPr>
          <p:spPr>
            <a:xfrm>
              <a:off x="761999" y="4924423"/>
              <a:ext cx="6362700" cy="466725"/>
            </a:xfrm>
            <a:custGeom>
              <a:avLst/>
              <a:gdLst/>
              <a:ahLst/>
              <a:cxnLst/>
              <a:rect l="l" t="t" r="r" b="b"/>
              <a:pathLst>
                <a:path w="6362700" h="466725">
                  <a:moveTo>
                    <a:pt x="6248399" y="466724"/>
                  </a:moveTo>
                  <a:lnTo>
                    <a:pt x="114299" y="466724"/>
                  </a:lnTo>
                  <a:lnTo>
                    <a:pt x="103040" y="466180"/>
                  </a:lnTo>
                  <a:lnTo>
                    <a:pt x="60364" y="453212"/>
                  </a:lnTo>
                  <a:lnTo>
                    <a:pt x="25900" y="424900"/>
                  </a:lnTo>
                  <a:lnTo>
                    <a:pt x="4893" y="385554"/>
                  </a:lnTo>
                  <a:lnTo>
                    <a:pt x="0" y="352424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48399" y="0"/>
                  </a:lnTo>
                  <a:lnTo>
                    <a:pt x="6292139" y="8700"/>
                  </a:lnTo>
                  <a:lnTo>
                    <a:pt x="6329221" y="33477"/>
                  </a:lnTo>
                  <a:lnTo>
                    <a:pt x="6353998" y="70558"/>
                  </a:lnTo>
                  <a:lnTo>
                    <a:pt x="6362699" y="114299"/>
                  </a:lnTo>
                  <a:lnTo>
                    <a:pt x="6362699" y="352424"/>
                  </a:lnTo>
                  <a:lnTo>
                    <a:pt x="6353998" y="396165"/>
                  </a:lnTo>
                  <a:lnTo>
                    <a:pt x="6329221" y="433246"/>
                  </a:lnTo>
                  <a:lnTo>
                    <a:pt x="6292139" y="458023"/>
                  </a:lnTo>
                  <a:lnTo>
                    <a:pt x="6248399" y="4667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761999" y="4924425"/>
              <a:ext cx="6362700" cy="466725"/>
            </a:xfrm>
            <a:custGeom>
              <a:avLst/>
              <a:gdLst/>
              <a:ahLst/>
              <a:cxnLst/>
              <a:rect l="l" t="t" r="r" b="b"/>
              <a:pathLst>
                <a:path w="6362700" h="466725">
                  <a:moveTo>
                    <a:pt x="6248399" y="466724"/>
                  </a:moveTo>
                  <a:lnTo>
                    <a:pt x="114299" y="466724"/>
                  </a:lnTo>
                  <a:lnTo>
                    <a:pt x="103040" y="466180"/>
                  </a:lnTo>
                  <a:lnTo>
                    <a:pt x="60364" y="453212"/>
                  </a:lnTo>
                  <a:lnTo>
                    <a:pt x="25900" y="424900"/>
                  </a:lnTo>
                  <a:lnTo>
                    <a:pt x="4893" y="385554"/>
                  </a:lnTo>
                  <a:lnTo>
                    <a:pt x="0" y="352424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48399" y="0"/>
                  </a:lnTo>
                  <a:lnTo>
                    <a:pt x="6292139" y="8700"/>
                  </a:lnTo>
                  <a:lnTo>
                    <a:pt x="6293886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359304"/>
                  </a:lnTo>
                  <a:lnTo>
                    <a:pt x="20133" y="398876"/>
                  </a:lnTo>
                  <a:lnTo>
                    <a:pt x="45077" y="431376"/>
                  </a:lnTo>
                  <a:lnTo>
                    <a:pt x="80560" y="451857"/>
                  </a:lnTo>
                  <a:lnTo>
                    <a:pt x="107420" y="457199"/>
                  </a:lnTo>
                  <a:lnTo>
                    <a:pt x="6293885" y="457199"/>
                  </a:lnTo>
                  <a:lnTo>
                    <a:pt x="6292139" y="458023"/>
                  </a:lnTo>
                  <a:lnTo>
                    <a:pt x="6281529" y="461830"/>
                  </a:lnTo>
                  <a:lnTo>
                    <a:pt x="6270702" y="464549"/>
                  </a:lnTo>
                  <a:lnTo>
                    <a:pt x="6259659" y="466180"/>
                  </a:lnTo>
                  <a:lnTo>
                    <a:pt x="6248399" y="466724"/>
                  </a:lnTo>
                  <a:close/>
                </a:path>
                <a:path w="6362700" h="466725">
                  <a:moveTo>
                    <a:pt x="6293885" y="457199"/>
                  </a:moveTo>
                  <a:lnTo>
                    <a:pt x="6255279" y="457199"/>
                  </a:lnTo>
                  <a:lnTo>
                    <a:pt x="6262092" y="456528"/>
                  </a:lnTo>
                  <a:lnTo>
                    <a:pt x="6275587" y="453844"/>
                  </a:lnTo>
                  <a:lnTo>
                    <a:pt x="6312328" y="435719"/>
                  </a:lnTo>
                  <a:lnTo>
                    <a:pt x="6339338" y="404914"/>
                  </a:lnTo>
                  <a:lnTo>
                    <a:pt x="6352503" y="366118"/>
                  </a:lnTo>
                  <a:lnTo>
                    <a:pt x="6353174" y="359304"/>
                  </a:lnTo>
                  <a:lnTo>
                    <a:pt x="6353174" y="107420"/>
                  </a:lnTo>
                  <a:lnTo>
                    <a:pt x="6342565" y="67848"/>
                  </a:lnTo>
                  <a:lnTo>
                    <a:pt x="6317622" y="35348"/>
                  </a:lnTo>
                  <a:lnTo>
                    <a:pt x="6282139" y="14867"/>
                  </a:lnTo>
                  <a:lnTo>
                    <a:pt x="6255279" y="9524"/>
                  </a:lnTo>
                  <a:lnTo>
                    <a:pt x="6293886" y="9524"/>
                  </a:lnTo>
                  <a:lnTo>
                    <a:pt x="6329221" y="33477"/>
                  </a:lnTo>
                  <a:lnTo>
                    <a:pt x="6353998" y="70558"/>
                  </a:lnTo>
                  <a:lnTo>
                    <a:pt x="6362699" y="114299"/>
                  </a:lnTo>
                  <a:lnTo>
                    <a:pt x="6362699" y="352424"/>
                  </a:lnTo>
                  <a:lnTo>
                    <a:pt x="6362155" y="363684"/>
                  </a:lnTo>
                  <a:lnTo>
                    <a:pt x="6349187" y="406359"/>
                  </a:lnTo>
                  <a:lnTo>
                    <a:pt x="6320875" y="440824"/>
                  </a:lnTo>
                  <a:lnTo>
                    <a:pt x="6302334" y="453212"/>
                  </a:lnTo>
                  <a:lnTo>
                    <a:pt x="6293885" y="4571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28552" y="5039892"/>
            <a:ext cx="2620010" cy="2039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b="1" spc="-4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dropoutLayer</a:t>
            </a:r>
            <a:r>
              <a:rPr sz="1200" b="1" spc="-4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(0.3)</a:t>
            </a:r>
            <a:r>
              <a:rPr sz="1200" b="1" spc="5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b="1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r>
              <a:rPr sz="1100" b="1" spc="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50" b="1" spc="-3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bilstmLayer</a:t>
            </a:r>
            <a:r>
              <a:rPr sz="1200" b="1" spc="-3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(64)</a:t>
            </a:r>
            <a:endParaRPr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34060" y="5417502"/>
            <a:ext cx="212725" cy="321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50" b="1" spc="44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endParaRPr sz="19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61999" y="5800723"/>
            <a:ext cx="6362700" cy="466725"/>
            <a:chOff x="761999" y="5800723"/>
            <a:chExt cx="6362700" cy="466725"/>
          </a:xfrm>
        </p:grpSpPr>
        <p:sp>
          <p:nvSpPr>
            <p:cNvPr id="20" name="object 20"/>
            <p:cNvSpPr/>
            <p:nvPr/>
          </p:nvSpPr>
          <p:spPr>
            <a:xfrm>
              <a:off x="761999" y="5800723"/>
              <a:ext cx="6362700" cy="466725"/>
            </a:xfrm>
            <a:custGeom>
              <a:avLst/>
              <a:gdLst/>
              <a:ahLst/>
              <a:cxnLst/>
              <a:rect l="l" t="t" r="r" b="b"/>
              <a:pathLst>
                <a:path w="6362700" h="466725">
                  <a:moveTo>
                    <a:pt x="6248399" y="466724"/>
                  </a:moveTo>
                  <a:lnTo>
                    <a:pt x="114299" y="466724"/>
                  </a:lnTo>
                  <a:lnTo>
                    <a:pt x="103040" y="466180"/>
                  </a:lnTo>
                  <a:lnTo>
                    <a:pt x="60364" y="453212"/>
                  </a:lnTo>
                  <a:lnTo>
                    <a:pt x="25900" y="424900"/>
                  </a:lnTo>
                  <a:lnTo>
                    <a:pt x="4893" y="385554"/>
                  </a:lnTo>
                  <a:lnTo>
                    <a:pt x="0" y="352424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48399" y="0"/>
                  </a:lnTo>
                  <a:lnTo>
                    <a:pt x="6292139" y="8700"/>
                  </a:lnTo>
                  <a:lnTo>
                    <a:pt x="6329221" y="33477"/>
                  </a:lnTo>
                  <a:lnTo>
                    <a:pt x="6353998" y="70558"/>
                  </a:lnTo>
                  <a:lnTo>
                    <a:pt x="6362699" y="114299"/>
                  </a:lnTo>
                  <a:lnTo>
                    <a:pt x="6362699" y="352424"/>
                  </a:lnTo>
                  <a:lnTo>
                    <a:pt x="6353998" y="396164"/>
                  </a:lnTo>
                  <a:lnTo>
                    <a:pt x="6329221" y="433246"/>
                  </a:lnTo>
                  <a:lnTo>
                    <a:pt x="6292139" y="458023"/>
                  </a:lnTo>
                  <a:lnTo>
                    <a:pt x="6248399" y="4667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761999" y="5800725"/>
              <a:ext cx="6362700" cy="466725"/>
            </a:xfrm>
            <a:custGeom>
              <a:avLst/>
              <a:gdLst/>
              <a:ahLst/>
              <a:cxnLst/>
              <a:rect l="l" t="t" r="r" b="b"/>
              <a:pathLst>
                <a:path w="6362700" h="466725">
                  <a:moveTo>
                    <a:pt x="6248399" y="466724"/>
                  </a:moveTo>
                  <a:lnTo>
                    <a:pt x="114299" y="466724"/>
                  </a:lnTo>
                  <a:lnTo>
                    <a:pt x="103040" y="466180"/>
                  </a:lnTo>
                  <a:lnTo>
                    <a:pt x="60364" y="453212"/>
                  </a:lnTo>
                  <a:lnTo>
                    <a:pt x="25900" y="424900"/>
                  </a:lnTo>
                  <a:lnTo>
                    <a:pt x="4893" y="385554"/>
                  </a:lnTo>
                  <a:lnTo>
                    <a:pt x="0" y="352424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6248399" y="0"/>
                  </a:lnTo>
                  <a:lnTo>
                    <a:pt x="6259659" y="543"/>
                  </a:lnTo>
                  <a:lnTo>
                    <a:pt x="6270702" y="2174"/>
                  </a:lnTo>
                  <a:lnTo>
                    <a:pt x="6281529" y="4893"/>
                  </a:lnTo>
                  <a:lnTo>
                    <a:pt x="6292139" y="8700"/>
                  </a:lnTo>
                  <a:lnTo>
                    <a:pt x="6293887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359304"/>
                  </a:lnTo>
                  <a:lnTo>
                    <a:pt x="20133" y="398876"/>
                  </a:lnTo>
                  <a:lnTo>
                    <a:pt x="45077" y="431376"/>
                  </a:lnTo>
                  <a:lnTo>
                    <a:pt x="80560" y="451857"/>
                  </a:lnTo>
                  <a:lnTo>
                    <a:pt x="107420" y="457199"/>
                  </a:lnTo>
                  <a:lnTo>
                    <a:pt x="6293885" y="457199"/>
                  </a:lnTo>
                  <a:lnTo>
                    <a:pt x="6292139" y="458023"/>
                  </a:lnTo>
                  <a:lnTo>
                    <a:pt x="6281529" y="461830"/>
                  </a:lnTo>
                  <a:lnTo>
                    <a:pt x="6270702" y="464549"/>
                  </a:lnTo>
                  <a:lnTo>
                    <a:pt x="6259659" y="466180"/>
                  </a:lnTo>
                  <a:lnTo>
                    <a:pt x="6248399" y="466724"/>
                  </a:lnTo>
                  <a:close/>
                </a:path>
                <a:path w="6362700" h="466725">
                  <a:moveTo>
                    <a:pt x="6293885" y="457199"/>
                  </a:moveTo>
                  <a:lnTo>
                    <a:pt x="6255279" y="457199"/>
                  </a:lnTo>
                  <a:lnTo>
                    <a:pt x="6262092" y="456528"/>
                  </a:lnTo>
                  <a:lnTo>
                    <a:pt x="6275587" y="453844"/>
                  </a:lnTo>
                  <a:lnTo>
                    <a:pt x="6312328" y="435719"/>
                  </a:lnTo>
                  <a:lnTo>
                    <a:pt x="6339338" y="404914"/>
                  </a:lnTo>
                  <a:lnTo>
                    <a:pt x="6352503" y="366117"/>
                  </a:lnTo>
                  <a:lnTo>
                    <a:pt x="6353174" y="359304"/>
                  </a:lnTo>
                  <a:lnTo>
                    <a:pt x="6353174" y="107420"/>
                  </a:lnTo>
                  <a:lnTo>
                    <a:pt x="6342565" y="67848"/>
                  </a:lnTo>
                  <a:lnTo>
                    <a:pt x="6317622" y="35348"/>
                  </a:lnTo>
                  <a:lnTo>
                    <a:pt x="6282139" y="14867"/>
                  </a:lnTo>
                  <a:lnTo>
                    <a:pt x="6255279" y="9524"/>
                  </a:lnTo>
                  <a:lnTo>
                    <a:pt x="6293887" y="9524"/>
                  </a:lnTo>
                  <a:lnTo>
                    <a:pt x="6329221" y="33477"/>
                  </a:lnTo>
                  <a:lnTo>
                    <a:pt x="6353998" y="70558"/>
                  </a:lnTo>
                  <a:lnTo>
                    <a:pt x="6362699" y="114299"/>
                  </a:lnTo>
                  <a:lnTo>
                    <a:pt x="6362699" y="352424"/>
                  </a:lnTo>
                  <a:lnTo>
                    <a:pt x="6362155" y="363684"/>
                  </a:lnTo>
                  <a:lnTo>
                    <a:pt x="6349187" y="406359"/>
                  </a:lnTo>
                  <a:lnTo>
                    <a:pt x="6320875" y="440824"/>
                  </a:lnTo>
                  <a:lnTo>
                    <a:pt x="6302334" y="453212"/>
                  </a:lnTo>
                  <a:lnTo>
                    <a:pt x="6293885" y="457199"/>
                  </a:lnTo>
                  <a:close/>
                </a:path>
              </a:pathLst>
            </a:custGeom>
            <a:solidFill>
              <a:srgbClr val="4DD98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281634" y="5916192"/>
            <a:ext cx="3321050" cy="20390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b="1" spc="-3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fullyConnected</a:t>
            </a:r>
            <a:r>
              <a:rPr sz="1200" b="1" spc="-3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(32)</a:t>
            </a:r>
            <a:r>
              <a:rPr sz="1200" b="1" spc="7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b="1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r>
              <a:rPr sz="1100" b="1" spc="2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50" b="1" spc="-6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softmax</a:t>
            </a:r>
            <a:r>
              <a:rPr sz="1250" b="1" spc="-5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00" b="1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r>
              <a:rPr sz="1100" b="1" spc="2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50" b="1" spc="-40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classification</a:t>
            </a:r>
            <a:endParaRPr sz="12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505687" y="2447924"/>
            <a:ext cx="6362700" cy="1209675"/>
          </a:xfrm>
          <a:custGeom>
            <a:avLst/>
            <a:gdLst/>
            <a:ahLst/>
            <a:cxnLst/>
            <a:rect l="l" t="t" r="r" b="b"/>
            <a:pathLst>
              <a:path w="6362700" h="1209675">
                <a:moveTo>
                  <a:pt x="6362700" y="1200150"/>
                </a:moveTo>
                <a:lnTo>
                  <a:pt x="0" y="1200150"/>
                </a:lnTo>
                <a:lnTo>
                  <a:pt x="0" y="1209675"/>
                </a:lnTo>
                <a:lnTo>
                  <a:pt x="6362700" y="1209675"/>
                </a:lnTo>
                <a:lnTo>
                  <a:pt x="6362700" y="1200150"/>
                </a:lnTo>
                <a:close/>
              </a:path>
              <a:path w="6362700" h="1209675">
                <a:moveTo>
                  <a:pt x="6362700" y="800100"/>
                </a:moveTo>
                <a:lnTo>
                  <a:pt x="0" y="800100"/>
                </a:lnTo>
                <a:lnTo>
                  <a:pt x="0" y="809625"/>
                </a:lnTo>
                <a:lnTo>
                  <a:pt x="6362700" y="809625"/>
                </a:lnTo>
                <a:lnTo>
                  <a:pt x="6362700" y="800100"/>
                </a:lnTo>
                <a:close/>
              </a:path>
              <a:path w="6362700" h="1209675">
                <a:moveTo>
                  <a:pt x="6362700" y="400050"/>
                </a:moveTo>
                <a:lnTo>
                  <a:pt x="0" y="400050"/>
                </a:lnTo>
                <a:lnTo>
                  <a:pt x="0" y="409575"/>
                </a:lnTo>
                <a:lnTo>
                  <a:pt x="6362700" y="409575"/>
                </a:lnTo>
                <a:lnTo>
                  <a:pt x="6362700" y="400050"/>
                </a:lnTo>
                <a:close/>
              </a:path>
              <a:path w="6362700" h="1209675">
                <a:moveTo>
                  <a:pt x="6362700" y="0"/>
                </a:moveTo>
                <a:lnTo>
                  <a:pt x="0" y="0"/>
                </a:lnTo>
                <a:lnTo>
                  <a:pt x="0" y="9525"/>
                </a:lnTo>
                <a:lnTo>
                  <a:pt x="6362700" y="9525"/>
                </a:lnTo>
                <a:lnTo>
                  <a:pt x="6362700" y="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>
            <a:endParaRPr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92999" y="1638560"/>
            <a:ext cx="3585210" cy="195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45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Why</a:t>
            </a:r>
            <a:r>
              <a:rPr sz="1700" b="1" spc="-13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700" b="1" spc="-75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LSTM</a:t>
            </a:r>
            <a:r>
              <a:rPr sz="1700" b="1" spc="-7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700" b="1" spc="-65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over</a:t>
            </a:r>
            <a:r>
              <a:rPr sz="1700" b="1" spc="-85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700" b="1" spc="-75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Classic</a:t>
            </a:r>
            <a:r>
              <a:rPr sz="1700" b="1" spc="-8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700" b="1" spc="-25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ML</a:t>
            </a:r>
            <a:r>
              <a:rPr sz="1650" b="1" spc="-25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  <a:endParaRPr sz="16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125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r>
              <a:rPr sz="1250" b="1" spc="-7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Captures</a:t>
            </a:r>
            <a:r>
              <a:rPr sz="1350" spc="-3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b="1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temporal</a:t>
            </a:r>
            <a:r>
              <a:rPr sz="1300" b="1" spc="-3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b="1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patterns</a:t>
            </a:r>
            <a:r>
              <a:rPr sz="1300" b="1" spc="-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</a:t>
            </a:r>
            <a:r>
              <a:rPr sz="1350" spc="-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movement</a:t>
            </a:r>
            <a:endParaRPr sz="13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2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r>
              <a:rPr sz="1250" b="1" spc="-9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2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Walking</a:t>
            </a:r>
            <a:r>
              <a:rPr sz="1350" spc="-3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has</a:t>
            </a:r>
            <a:r>
              <a:rPr sz="1350" spc="-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350" spc="-2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rhythm</a:t>
            </a:r>
            <a:r>
              <a:rPr sz="1350" spc="-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spc="7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—</a:t>
            </a:r>
            <a:r>
              <a:rPr sz="1300" spc="-13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3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LSTM</a:t>
            </a:r>
            <a:r>
              <a:rPr sz="1350" spc="-4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learns</a:t>
            </a:r>
            <a:r>
              <a:rPr sz="1350" spc="-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2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endParaRPr sz="13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2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r>
              <a:rPr sz="1250" b="1" spc="-3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2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Processes</a:t>
            </a:r>
            <a:r>
              <a:rPr sz="1350" spc="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raw</a:t>
            </a:r>
            <a:r>
              <a:rPr sz="1350" spc="-5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sequences</a:t>
            </a:r>
            <a:r>
              <a:rPr sz="1350" spc="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directly</a:t>
            </a:r>
            <a:endParaRPr sz="13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2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r>
              <a:rPr sz="1250" b="1" spc="-6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Bidirectional</a:t>
            </a:r>
            <a:r>
              <a:rPr sz="1350" spc="4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=</a:t>
            </a:r>
            <a:r>
              <a:rPr sz="1300" spc="5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reads</a:t>
            </a:r>
            <a:r>
              <a:rPr sz="1350" spc="-3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forward </a:t>
            </a:r>
            <a:r>
              <a:rPr sz="1350" spc="-4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  <a:r>
              <a:rPr sz="1350" spc="-3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backward</a:t>
            </a:r>
            <a:endParaRPr sz="13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2862" y="3743323"/>
            <a:ext cx="5848350" cy="411479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4630400" cy="8229600"/>
            <a:chOff x="0" y="-1"/>
            <a:chExt cx="14630400" cy="8229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14630398" cy="8229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58889" y="1825300"/>
              <a:ext cx="4671510" cy="64042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49300" y="1943360"/>
            <a:ext cx="213614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114" dirty="0">
                <a:solidFill>
                  <a:srgbClr val="A0A0B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sz="1700" b="1" spc="-90" dirty="0">
                <a:solidFill>
                  <a:srgbClr val="A0A0B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700" b="1" spc="-105" dirty="0">
                <a:solidFill>
                  <a:srgbClr val="A0A0B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COMPARISON</a:t>
            </a:r>
            <a:endParaRPr sz="17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49300" y="2245621"/>
            <a:ext cx="3514725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spc="-285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LSTM</a:t>
            </a:r>
            <a:r>
              <a:rPr sz="3350" spc="-335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350" spc="-22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vs</a:t>
            </a:r>
            <a:r>
              <a:rPr sz="3350" spc="-32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350" spc="-254" dirty="0">
                <a:solidFill>
                  <a:srgbClr val="F0644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Classic</a:t>
            </a:r>
            <a:r>
              <a:rPr sz="3350" spc="-330" dirty="0">
                <a:solidFill>
                  <a:srgbClr val="F0644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350" spc="-315" dirty="0">
                <a:solidFill>
                  <a:srgbClr val="F0644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ML</a:t>
            </a:r>
            <a:endParaRPr sz="33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300" y="3008538"/>
            <a:ext cx="6490335" cy="2404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1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sz="1450" spc="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trained</a:t>
            </a:r>
            <a:r>
              <a:rPr sz="1450" spc="4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</a:t>
            </a:r>
            <a:r>
              <a:rPr sz="1450" spc="2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models</a:t>
            </a:r>
            <a:r>
              <a:rPr sz="1450" spc="2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1450" spc="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compare</a:t>
            </a:r>
            <a:r>
              <a:rPr sz="1450" spc="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deep</a:t>
            </a:r>
            <a:r>
              <a:rPr sz="1450" spc="1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learning</a:t>
            </a:r>
            <a:r>
              <a:rPr sz="1450" spc="4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against</a:t>
            </a:r>
            <a:r>
              <a:rPr sz="1450" spc="-1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traditional</a:t>
            </a:r>
            <a:r>
              <a:rPr sz="1450" spc="10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spc="-1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approaches:</a:t>
            </a:r>
            <a:endParaRPr sz="14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1999" y="3581394"/>
            <a:ext cx="2466975" cy="1885950"/>
            <a:chOff x="761999" y="3581394"/>
            <a:chExt cx="2466975" cy="1885950"/>
          </a:xfrm>
        </p:grpSpPr>
        <p:sp>
          <p:nvSpPr>
            <p:cNvPr id="9" name="object 9"/>
            <p:cNvSpPr/>
            <p:nvPr/>
          </p:nvSpPr>
          <p:spPr>
            <a:xfrm>
              <a:off x="761999" y="3581394"/>
              <a:ext cx="2466975" cy="1885950"/>
            </a:xfrm>
            <a:custGeom>
              <a:avLst/>
              <a:gdLst/>
              <a:ahLst/>
              <a:cxnLst/>
              <a:rect l="l" t="t" r="r" b="b"/>
              <a:pathLst>
                <a:path w="2466975" h="1885950">
                  <a:moveTo>
                    <a:pt x="2314574" y="1885949"/>
                  </a:moveTo>
                  <a:lnTo>
                    <a:pt x="152399" y="1885949"/>
                  </a:lnTo>
                  <a:lnTo>
                    <a:pt x="137387" y="1885224"/>
                  </a:lnTo>
                  <a:lnTo>
                    <a:pt x="94078" y="1874348"/>
                  </a:lnTo>
                  <a:lnTo>
                    <a:pt x="55765" y="1851415"/>
                  </a:lnTo>
                  <a:lnTo>
                    <a:pt x="25660" y="1818233"/>
                  </a:lnTo>
                  <a:lnTo>
                    <a:pt x="6525" y="1777722"/>
                  </a:lnTo>
                  <a:lnTo>
                    <a:pt x="0" y="17335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4"/>
                  </a:lnTo>
                  <a:lnTo>
                    <a:pt x="55765" y="34533"/>
                  </a:lnTo>
                  <a:lnTo>
                    <a:pt x="94078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2314574" y="0"/>
                  </a:lnTo>
                  <a:lnTo>
                    <a:pt x="2358748" y="6525"/>
                  </a:lnTo>
                  <a:lnTo>
                    <a:pt x="2399259" y="25659"/>
                  </a:lnTo>
                  <a:lnTo>
                    <a:pt x="2432440" y="55764"/>
                  </a:lnTo>
                  <a:lnTo>
                    <a:pt x="2455374" y="94078"/>
                  </a:lnTo>
                  <a:lnTo>
                    <a:pt x="2466249" y="137386"/>
                  </a:lnTo>
                  <a:lnTo>
                    <a:pt x="2466974" y="152399"/>
                  </a:lnTo>
                  <a:lnTo>
                    <a:pt x="2466974" y="1733549"/>
                  </a:lnTo>
                  <a:lnTo>
                    <a:pt x="2460449" y="1777722"/>
                  </a:lnTo>
                  <a:lnTo>
                    <a:pt x="2441314" y="1818233"/>
                  </a:lnTo>
                  <a:lnTo>
                    <a:pt x="2411209" y="1851415"/>
                  </a:lnTo>
                  <a:lnTo>
                    <a:pt x="2372894" y="1874348"/>
                  </a:lnTo>
                  <a:lnTo>
                    <a:pt x="2329587" y="1885224"/>
                  </a:lnTo>
                  <a:lnTo>
                    <a:pt x="2314574" y="1885949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61999" y="3581399"/>
              <a:ext cx="2466975" cy="1885950"/>
            </a:xfrm>
            <a:custGeom>
              <a:avLst/>
              <a:gdLst/>
              <a:ahLst/>
              <a:cxnLst/>
              <a:rect l="l" t="t" r="r" b="b"/>
              <a:pathLst>
                <a:path w="2466975" h="1885950">
                  <a:moveTo>
                    <a:pt x="2314574" y="1885949"/>
                  </a:moveTo>
                  <a:lnTo>
                    <a:pt x="152399" y="1885949"/>
                  </a:lnTo>
                  <a:lnTo>
                    <a:pt x="137387" y="1885224"/>
                  </a:lnTo>
                  <a:lnTo>
                    <a:pt x="94078" y="1874348"/>
                  </a:lnTo>
                  <a:lnTo>
                    <a:pt x="55765" y="1851415"/>
                  </a:lnTo>
                  <a:lnTo>
                    <a:pt x="25660" y="1818234"/>
                  </a:lnTo>
                  <a:lnTo>
                    <a:pt x="6525" y="1777722"/>
                  </a:lnTo>
                  <a:lnTo>
                    <a:pt x="0" y="1733549"/>
                  </a:lnTo>
                  <a:lnTo>
                    <a:pt x="0" y="152399"/>
                  </a:lnTo>
                  <a:lnTo>
                    <a:pt x="676" y="138395"/>
                  </a:lnTo>
                  <a:lnTo>
                    <a:pt x="724" y="137386"/>
                  </a:lnTo>
                  <a:lnTo>
                    <a:pt x="11600" y="94078"/>
                  </a:lnTo>
                  <a:lnTo>
                    <a:pt x="34533" y="55764"/>
                  </a:lnTo>
                  <a:lnTo>
                    <a:pt x="67715" y="25659"/>
                  </a:lnTo>
                  <a:lnTo>
                    <a:pt x="108226" y="6525"/>
                  </a:lnTo>
                  <a:lnTo>
                    <a:pt x="152399" y="0"/>
                  </a:lnTo>
                  <a:lnTo>
                    <a:pt x="2314574" y="0"/>
                  </a:lnTo>
                  <a:lnTo>
                    <a:pt x="2329587" y="725"/>
                  </a:lnTo>
                  <a:lnTo>
                    <a:pt x="2344312" y="2900"/>
                  </a:lnTo>
                  <a:lnTo>
                    <a:pt x="2358748" y="6525"/>
                  </a:lnTo>
                  <a:lnTo>
                    <a:pt x="2367110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5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733549"/>
                  </a:lnTo>
                  <a:lnTo>
                    <a:pt x="15675" y="1775024"/>
                  </a:lnTo>
                  <a:lnTo>
                    <a:pt x="33603" y="1812926"/>
                  </a:lnTo>
                  <a:lnTo>
                    <a:pt x="61759" y="1843994"/>
                  </a:lnTo>
                  <a:lnTo>
                    <a:pt x="97724" y="1865549"/>
                  </a:lnTo>
                  <a:lnTo>
                    <a:pt x="138395" y="1875738"/>
                  </a:lnTo>
                  <a:lnTo>
                    <a:pt x="152399" y="1876424"/>
                  </a:lnTo>
                  <a:lnTo>
                    <a:pt x="2367107" y="1876424"/>
                  </a:lnTo>
                  <a:lnTo>
                    <a:pt x="2358747" y="1879424"/>
                  </a:lnTo>
                  <a:lnTo>
                    <a:pt x="2344311" y="1883049"/>
                  </a:lnTo>
                  <a:lnTo>
                    <a:pt x="2329587" y="1885224"/>
                  </a:lnTo>
                  <a:lnTo>
                    <a:pt x="2314574" y="1885949"/>
                  </a:lnTo>
                  <a:close/>
                </a:path>
                <a:path w="2466975" h="1885950">
                  <a:moveTo>
                    <a:pt x="2367107" y="1876424"/>
                  </a:moveTo>
                  <a:lnTo>
                    <a:pt x="2314574" y="1876424"/>
                  </a:lnTo>
                  <a:lnTo>
                    <a:pt x="2321593" y="1876253"/>
                  </a:lnTo>
                  <a:lnTo>
                    <a:pt x="2328579" y="1875738"/>
                  </a:lnTo>
                  <a:lnTo>
                    <a:pt x="2369250" y="1865549"/>
                  </a:lnTo>
                  <a:lnTo>
                    <a:pt x="2405214" y="1843994"/>
                  </a:lnTo>
                  <a:lnTo>
                    <a:pt x="2433371" y="1812926"/>
                  </a:lnTo>
                  <a:lnTo>
                    <a:pt x="2451299" y="1775024"/>
                  </a:lnTo>
                  <a:lnTo>
                    <a:pt x="2456638" y="1748562"/>
                  </a:lnTo>
                  <a:lnTo>
                    <a:pt x="2456763" y="1747554"/>
                  </a:lnTo>
                  <a:lnTo>
                    <a:pt x="2457278" y="1740568"/>
                  </a:lnTo>
                  <a:lnTo>
                    <a:pt x="2457449" y="1733549"/>
                  </a:lnTo>
                  <a:lnTo>
                    <a:pt x="2457449" y="152399"/>
                  </a:lnTo>
                  <a:lnTo>
                    <a:pt x="2451299" y="110925"/>
                  </a:lnTo>
                  <a:lnTo>
                    <a:pt x="2433370" y="73022"/>
                  </a:lnTo>
                  <a:lnTo>
                    <a:pt x="2405214" y="41954"/>
                  </a:lnTo>
                  <a:lnTo>
                    <a:pt x="2369250" y="20400"/>
                  </a:lnTo>
                  <a:lnTo>
                    <a:pt x="2328579" y="10211"/>
                  </a:lnTo>
                  <a:lnTo>
                    <a:pt x="2314574" y="9524"/>
                  </a:lnTo>
                  <a:lnTo>
                    <a:pt x="2367110" y="9524"/>
                  </a:lnTo>
                  <a:lnTo>
                    <a:pt x="2411209" y="34533"/>
                  </a:lnTo>
                  <a:lnTo>
                    <a:pt x="2441314" y="67714"/>
                  </a:lnTo>
                  <a:lnTo>
                    <a:pt x="2460449" y="108226"/>
                  </a:lnTo>
                  <a:lnTo>
                    <a:pt x="2466974" y="152399"/>
                  </a:lnTo>
                  <a:lnTo>
                    <a:pt x="2466974" y="1733549"/>
                  </a:lnTo>
                  <a:lnTo>
                    <a:pt x="2466298" y="1747554"/>
                  </a:lnTo>
                  <a:lnTo>
                    <a:pt x="2455374" y="1791870"/>
                  </a:lnTo>
                  <a:lnTo>
                    <a:pt x="2432440" y="1830184"/>
                  </a:lnTo>
                  <a:lnTo>
                    <a:pt x="2399259" y="1860289"/>
                  </a:lnTo>
                  <a:lnTo>
                    <a:pt x="2372895" y="1874348"/>
                  </a:lnTo>
                  <a:lnTo>
                    <a:pt x="2367107" y="1876424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30188" y="3656571"/>
            <a:ext cx="1134110" cy="936625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605"/>
              </a:spcBef>
            </a:pPr>
            <a:r>
              <a:rPr sz="2600" spc="-47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🌳</a:t>
            </a:r>
            <a:endParaRPr sz="26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400" b="1" spc="-5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Decision</a:t>
            </a:r>
            <a:r>
              <a:rPr sz="1400" b="1" spc="-4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spc="-2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endParaRPr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96578" y="4649630"/>
            <a:ext cx="800735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b="1" spc="125" dirty="0">
                <a:solidFill>
                  <a:srgbClr val="F0644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94.4%</a:t>
            </a:r>
            <a:endParaRPr sz="19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19474" y="3581394"/>
            <a:ext cx="2466975" cy="1885950"/>
            <a:chOff x="3419474" y="3581394"/>
            <a:chExt cx="2466975" cy="1885950"/>
          </a:xfrm>
        </p:grpSpPr>
        <p:sp>
          <p:nvSpPr>
            <p:cNvPr id="14" name="object 14"/>
            <p:cNvSpPr/>
            <p:nvPr/>
          </p:nvSpPr>
          <p:spPr>
            <a:xfrm>
              <a:off x="3419474" y="3581394"/>
              <a:ext cx="2466975" cy="1885950"/>
            </a:xfrm>
            <a:custGeom>
              <a:avLst/>
              <a:gdLst/>
              <a:ahLst/>
              <a:cxnLst/>
              <a:rect l="l" t="t" r="r" b="b"/>
              <a:pathLst>
                <a:path w="2466975" h="1885950">
                  <a:moveTo>
                    <a:pt x="2314574" y="1885949"/>
                  </a:moveTo>
                  <a:lnTo>
                    <a:pt x="152399" y="1885949"/>
                  </a:lnTo>
                  <a:lnTo>
                    <a:pt x="137386" y="1885224"/>
                  </a:lnTo>
                  <a:lnTo>
                    <a:pt x="94078" y="1874348"/>
                  </a:lnTo>
                  <a:lnTo>
                    <a:pt x="55764" y="1851415"/>
                  </a:lnTo>
                  <a:lnTo>
                    <a:pt x="25659" y="1818233"/>
                  </a:lnTo>
                  <a:lnTo>
                    <a:pt x="6525" y="1777722"/>
                  </a:lnTo>
                  <a:lnTo>
                    <a:pt x="0" y="173354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2314574" y="0"/>
                  </a:lnTo>
                  <a:lnTo>
                    <a:pt x="2358747" y="6525"/>
                  </a:lnTo>
                  <a:lnTo>
                    <a:pt x="2399259" y="25659"/>
                  </a:lnTo>
                  <a:lnTo>
                    <a:pt x="2432440" y="55764"/>
                  </a:lnTo>
                  <a:lnTo>
                    <a:pt x="2455373" y="94078"/>
                  </a:lnTo>
                  <a:lnTo>
                    <a:pt x="2466249" y="137386"/>
                  </a:lnTo>
                  <a:lnTo>
                    <a:pt x="2466974" y="152399"/>
                  </a:lnTo>
                  <a:lnTo>
                    <a:pt x="2466974" y="1733549"/>
                  </a:lnTo>
                  <a:lnTo>
                    <a:pt x="2460448" y="1777722"/>
                  </a:lnTo>
                  <a:lnTo>
                    <a:pt x="2441314" y="1818233"/>
                  </a:lnTo>
                  <a:lnTo>
                    <a:pt x="2411209" y="1851415"/>
                  </a:lnTo>
                  <a:lnTo>
                    <a:pt x="2372894" y="1874348"/>
                  </a:lnTo>
                  <a:lnTo>
                    <a:pt x="2329587" y="1885224"/>
                  </a:lnTo>
                  <a:lnTo>
                    <a:pt x="2314574" y="1885949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419474" y="3581399"/>
              <a:ext cx="2466975" cy="1885950"/>
            </a:xfrm>
            <a:custGeom>
              <a:avLst/>
              <a:gdLst/>
              <a:ahLst/>
              <a:cxnLst/>
              <a:rect l="l" t="t" r="r" b="b"/>
              <a:pathLst>
                <a:path w="2466975" h="1885950">
                  <a:moveTo>
                    <a:pt x="2314574" y="1885949"/>
                  </a:moveTo>
                  <a:lnTo>
                    <a:pt x="152399" y="1885949"/>
                  </a:lnTo>
                  <a:lnTo>
                    <a:pt x="137386" y="1885224"/>
                  </a:lnTo>
                  <a:lnTo>
                    <a:pt x="94078" y="1874348"/>
                  </a:lnTo>
                  <a:lnTo>
                    <a:pt x="55764" y="1851415"/>
                  </a:lnTo>
                  <a:lnTo>
                    <a:pt x="25659" y="1818234"/>
                  </a:lnTo>
                  <a:lnTo>
                    <a:pt x="6525" y="1777722"/>
                  </a:lnTo>
                  <a:lnTo>
                    <a:pt x="0" y="1733549"/>
                  </a:lnTo>
                  <a:lnTo>
                    <a:pt x="0" y="152399"/>
                  </a:lnTo>
                  <a:lnTo>
                    <a:pt x="676" y="138395"/>
                  </a:lnTo>
                  <a:lnTo>
                    <a:pt x="724" y="137386"/>
                  </a:lnTo>
                  <a:lnTo>
                    <a:pt x="11600" y="94078"/>
                  </a:lnTo>
                  <a:lnTo>
                    <a:pt x="34533" y="55764"/>
                  </a:lnTo>
                  <a:lnTo>
                    <a:pt x="67714" y="25659"/>
                  </a:lnTo>
                  <a:lnTo>
                    <a:pt x="108226" y="6525"/>
                  </a:lnTo>
                  <a:lnTo>
                    <a:pt x="152399" y="0"/>
                  </a:lnTo>
                  <a:lnTo>
                    <a:pt x="2314574" y="0"/>
                  </a:lnTo>
                  <a:lnTo>
                    <a:pt x="2329587" y="725"/>
                  </a:lnTo>
                  <a:lnTo>
                    <a:pt x="2344311" y="2900"/>
                  </a:lnTo>
                  <a:lnTo>
                    <a:pt x="2358747" y="6525"/>
                  </a:lnTo>
                  <a:lnTo>
                    <a:pt x="2367109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5"/>
                  </a:lnTo>
                  <a:lnTo>
                    <a:pt x="37645" y="67282"/>
                  </a:lnTo>
                  <a:lnTo>
                    <a:pt x="17873" y="104274"/>
                  </a:lnTo>
                  <a:lnTo>
                    <a:pt x="10335" y="137386"/>
                  </a:lnTo>
                  <a:lnTo>
                    <a:pt x="10211" y="138395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733549"/>
                  </a:lnTo>
                  <a:lnTo>
                    <a:pt x="15675" y="1775024"/>
                  </a:lnTo>
                  <a:lnTo>
                    <a:pt x="33603" y="1812926"/>
                  </a:lnTo>
                  <a:lnTo>
                    <a:pt x="61759" y="1843994"/>
                  </a:lnTo>
                  <a:lnTo>
                    <a:pt x="97724" y="1865549"/>
                  </a:lnTo>
                  <a:lnTo>
                    <a:pt x="138395" y="1875738"/>
                  </a:lnTo>
                  <a:lnTo>
                    <a:pt x="152399" y="1876424"/>
                  </a:lnTo>
                  <a:lnTo>
                    <a:pt x="2367107" y="1876424"/>
                  </a:lnTo>
                  <a:lnTo>
                    <a:pt x="2358747" y="1879424"/>
                  </a:lnTo>
                  <a:lnTo>
                    <a:pt x="2344311" y="1883049"/>
                  </a:lnTo>
                  <a:lnTo>
                    <a:pt x="2329587" y="1885224"/>
                  </a:lnTo>
                  <a:lnTo>
                    <a:pt x="2314574" y="1885949"/>
                  </a:lnTo>
                  <a:close/>
                </a:path>
                <a:path w="2466975" h="1885950">
                  <a:moveTo>
                    <a:pt x="2367107" y="1876424"/>
                  </a:moveTo>
                  <a:lnTo>
                    <a:pt x="2314574" y="1876424"/>
                  </a:lnTo>
                  <a:lnTo>
                    <a:pt x="2321593" y="1876253"/>
                  </a:lnTo>
                  <a:lnTo>
                    <a:pt x="2328579" y="1875738"/>
                  </a:lnTo>
                  <a:lnTo>
                    <a:pt x="2369250" y="1865549"/>
                  </a:lnTo>
                  <a:lnTo>
                    <a:pt x="2405214" y="1843994"/>
                  </a:lnTo>
                  <a:lnTo>
                    <a:pt x="2433370" y="1812926"/>
                  </a:lnTo>
                  <a:lnTo>
                    <a:pt x="2451299" y="1775024"/>
                  </a:lnTo>
                  <a:lnTo>
                    <a:pt x="2456638" y="1748562"/>
                  </a:lnTo>
                  <a:lnTo>
                    <a:pt x="2456763" y="1747554"/>
                  </a:lnTo>
                  <a:lnTo>
                    <a:pt x="2457278" y="1740568"/>
                  </a:lnTo>
                  <a:lnTo>
                    <a:pt x="2457449" y="1733549"/>
                  </a:lnTo>
                  <a:lnTo>
                    <a:pt x="2457449" y="152399"/>
                  </a:lnTo>
                  <a:lnTo>
                    <a:pt x="2451299" y="110925"/>
                  </a:lnTo>
                  <a:lnTo>
                    <a:pt x="2433370" y="73022"/>
                  </a:lnTo>
                  <a:lnTo>
                    <a:pt x="2405214" y="41954"/>
                  </a:lnTo>
                  <a:lnTo>
                    <a:pt x="2369250" y="20400"/>
                  </a:lnTo>
                  <a:lnTo>
                    <a:pt x="2328579" y="10211"/>
                  </a:lnTo>
                  <a:lnTo>
                    <a:pt x="2314574" y="9524"/>
                  </a:lnTo>
                  <a:lnTo>
                    <a:pt x="2367109" y="9524"/>
                  </a:lnTo>
                  <a:lnTo>
                    <a:pt x="2411209" y="34533"/>
                  </a:lnTo>
                  <a:lnTo>
                    <a:pt x="2441314" y="67714"/>
                  </a:lnTo>
                  <a:lnTo>
                    <a:pt x="2460449" y="108226"/>
                  </a:lnTo>
                  <a:lnTo>
                    <a:pt x="2466974" y="152399"/>
                  </a:lnTo>
                  <a:lnTo>
                    <a:pt x="2466974" y="1733549"/>
                  </a:lnTo>
                  <a:lnTo>
                    <a:pt x="2466298" y="1747554"/>
                  </a:lnTo>
                  <a:lnTo>
                    <a:pt x="2455373" y="1791870"/>
                  </a:lnTo>
                  <a:lnTo>
                    <a:pt x="2432440" y="1830184"/>
                  </a:lnTo>
                  <a:lnTo>
                    <a:pt x="2399259" y="1860289"/>
                  </a:lnTo>
                  <a:lnTo>
                    <a:pt x="2372894" y="1874348"/>
                  </a:lnTo>
                  <a:lnTo>
                    <a:pt x="2367107" y="1876424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216548" y="3656035"/>
            <a:ext cx="867410" cy="936625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R="10160" algn="ctr">
              <a:lnSpc>
                <a:spcPct val="100000"/>
              </a:lnSpc>
              <a:spcBef>
                <a:spcPts val="1610"/>
              </a:spcBef>
            </a:pPr>
            <a:r>
              <a:rPr sz="2600" spc="-59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🎯</a:t>
            </a:r>
            <a:endParaRPr sz="26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sz="1400" b="1" spc="-45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KNN</a:t>
            </a:r>
            <a:r>
              <a:rPr sz="1400" b="1" spc="-5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b="1" spc="-1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sz="1400" b="1" spc="-1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k</a:t>
            </a:r>
            <a:r>
              <a:rPr sz="1350" b="1" spc="-1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=5)</a:t>
            </a:r>
            <a:endParaRPr sz="13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71763" y="4649630"/>
            <a:ext cx="768985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b="1" spc="75" dirty="0">
                <a:solidFill>
                  <a:srgbClr val="F0BF4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88.7%</a:t>
            </a:r>
            <a:endParaRPr sz="19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76949" y="3581394"/>
            <a:ext cx="2476500" cy="1885950"/>
            <a:chOff x="6076949" y="3581394"/>
            <a:chExt cx="2476500" cy="1885950"/>
          </a:xfrm>
        </p:grpSpPr>
        <p:sp>
          <p:nvSpPr>
            <p:cNvPr id="19" name="object 19"/>
            <p:cNvSpPr/>
            <p:nvPr/>
          </p:nvSpPr>
          <p:spPr>
            <a:xfrm>
              <a:off x="6076949" y="3581394"/>
              <a:ext cx="2476500" cy="1885950"/>
            </a:xfrm>
            <a:custGeom>
              <a:avLst/>
              <a:gdLst/>
              <a:ahLst/>
              <a:cxnLst/>
              <a:rect l="l" t="t" r="r" b="b"/>
              <a:pathLst>
                <a:path w="2476500" h="1885950">
                  <a:moveTo>
                    <a:pt x="2324099" y="1885949"/>
                  </a:moveTo>
                  <a:lnTo>
                    <a:pt x="152399" y="1885949"/>
                  </a:lnTo>
                  <a:lnTo>
                    <a:pt x="137386" y="1885224"/>
                  </a:lnTo>
                  <a:lnTo>
                    <a:pt x="94078" y="1874348"/>
                  </a:lnTo>
                  <a:lnTo>
                    <a:pt x="55764" y="1851415"/>
                  </a:lnTo>
                  <a:lnTo>
                    <a:pt x="25658" y="1818233"/>
                  </a:lnTo>
                  <a:lnTo>
                    <a:pt x="6524" y="1777722"/>
                  </a:lnTo>
                  <a:lnTo>
                    <a:pt x="0" y="1733549"/>
                  </a:lnTo>
                  <a:lnTo>
                    <a:pt x="0" y="152399"/>
                  </a:lnTo>
                  <a:lnTo>
                    <a:pt x="6524" y="108226"/>
                  </a:lnTo>
                  <a:lnTo>
                    <a:pt x="25658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2324099" y="0"/>
                  </a:lnTo>
                  <a:lnTo>
                    <a:pt x="2368272" y="6525"/>
                  </a:lnTo>
                  <a:lnTo>
                    <a:pt x="2408783" y="25659"/>
                  </a:lnTo>
                  <a:lnTo>
                    <a:pt x="2441965" y="55764"/>
                  </a:lnTo>
                  <a:lnTo>
                    <a:pt x="2464897" y="94078"/>
                  </a:lnTo>
                  <a:lnTo>
                    <a:pt x="2475774" y="137386"/>
                  </a:lnTo>
                  <a:lnTo>
                    <a:pt x="2476499" y="152399"/>
                  </a:lnTo>
                  <a:lnTo>
                    <a:pt x="2476499" y="1733549"/>
                  </a:lnTo>
                  <a:lnTo>
                    <a:pt x="2469973" y="1777722"/>
                  </a:lnTo>
                  <a:lnTo>
                    <a:pt x="2450838" y="1818233"/>
                  </a:lnTo>
                  <a:lnTo>
                    <a:pt x="2420733" y="1851415"/>
                  </a:lnTo>
                  <a:lnTo>
                    <a:pt x="2382418" y="1874348"/>
                  </a:lnTo>
                  <a:lnTo>
                    <a:pt x="2339112" y="1885224"/>
                  </a:lnTo>
                  <a:lnTo>
                    <a:pt x="2324099" y="1885949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6076949" y="3581399"/>
              <a:ext cx="2476500" cy="1885950"/>
            </a:xfrm>
            <a:custGeom>
              <a:avLst/>
              <a:gdLst/>
              <a:ahLst/>
              <a:cxnLst/>
              <a:rect l="l" t="t" r="r" b="b"/>
              <a:pathLst>
                <a:path w="2476500" h="1885950">
                  <a:moveTo>
                    <a:pt x="2324099" y="1885949"/>
                  </a:moveTo>
                  <a:lnTo>
                    <a:pt x="152399" y="1885949"/>
                  </a:lnTo>
                  <a:lnTo>
                    <a:pt x="137386" y="1885224"/>
                  </a:lnTo>
                  <a:lnTo>
                    <a:pt x="94078" y="1874348"/>
                  </a:lnTo>
                  <a:lnTo>
                    <a:pt x="55764" y="1851415"/>
                  </a:lnTo>
                  <a:lnTo>
                    <a:pt x="25658" y="1818234"/>
                  </a:lnTo>
                  <a:lnTo>
                    <a:pt x="6524" y="1777722"/>
                  </a:lnTo>
                  <a:lnTo>
                    <a:pt x="0" y="1733549"/>
                  </a:lnTo>
                  <a:lnTo>
                    <a:pt x="0" y="152399"/>
                  </a:lnTo>
                  <a:lnTo>
                    <a:pt x="676" y="138395"/>
                  </a:lnTo>
                  <a:lnTo>
                    <a:pt x="724" y="137386"/>
                  </a:lnTo>
                  <a:lnTo>
                    <a:pt x="11599" y="94078"/>
                  </a:lnTo>
                  <a:lnTo>
                    <a:pt x="34532" y="55764"/>
                  </a:lnTo>
                  <a:lnTo>
                    <a:pt x="67714" y="25659"/>
                  </a:lnTo>
                  <a:lnTo>
                    <a:pt x="108225" y="6525"/>
                  </a:lnTo>
                  <a:lnTo>
                    <a:pt x="152399" y="0"/>
                  </a:lnTo>
                  <a:lnTo>
                    <a:pt x="2324099" y="0"/>
                  </a:lnTo>
                  <a:lnTo>
                    <a:pt x="2339112" y="725"/>
                  </a:lnTo>
                  <a:lnTo>
                    <a:pt x="2353836" y="2900"/>
                  </a:lnTo>
                  <a:lnTo>
                    <a:pt x="2368272" y="6525"/>
                  </a:lnTo>
                  <a:lnTo>
                    <a:pt x="237663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1" y="37645"/>
                  </a:lnTo>
                  <a:lnTo>
                    <a:pt x="37645" y="67282"/>
                  </a:lnTo>
                  <a:lnTo>
                    <a:pt x="17873" y="104274"/>
                  </a:lnTo>
                  <a:lnTo>
                    <a:pt x="10335" y="137386"/>
                  </a:lnTo>
                  <a:lnTo>
                    <a:pt x="10211" y="138395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733549"/>
                  </a:lnTo>
                  <a:lnTo>
                    <a:pt x="15675" y="1775024"/>
                  </a:lnTo>
                  <a:lnTo>
                    <a:pt x="33603" y="1812926"/>
                  </a:lnTo>
                  <a:lnTo>
                    <a:pt x="61759" y="1843994"/>
                  </a:lnTo>
                  <a:lnTo>
                    <a:pt x="97723" y="1865549"/>
                  </a:lnTo>
                  <a:lnTo>
                    <a:pt x="138395" y="1875738"/>
                  </a:lnTo>
                  <a:lnTo>
                    <a:pt x="152399" y="1876424"/>
                  </a:lnTo>
                  <a:lnTo>
                    <a:pt x="2376631" y="1876424"/>
                  </a:lnTo>
                  <a:lnTo>
                    <a:pt x="2368271" y="1879424"/>
                  </a:lnTo>
                  <a:lnTo>
                    <a:pt x="2353836" y="1883049"/>
                  </a:lnTo>
                  <a:lnTo>
                    <a:pt x="2339112" y="1885224"/>
                  </a:lnTo>
                  <a:lnTo>
                    <a:pt x="2324099" y="1885949"/>
                  </a:lnTo>
                  <a:close/>
                </a:path>
                <a:path w="2476500" h="1885950">
                  <a:moveTo>
                    <a:pt x="2376631" y="1876424"/>
                  </a:moveTo>
                  <a:lnTo>
                    <a:pt x="2324099" y="1876424"/>
                  </a:lnTo>
                  <a:lnTo>
                    <a:pt x="2331118" y="1876253"/>
                  </a:lnTo>
                  <a:lnTo>
                    <a:pt x="2338104" y="1875738"/>
                  </a:lnTo>
                  <a:lnTo>
                    <a:pt x="2378775" y="1865549"/>
                  </a:lnTo>
                  <a:lnTo>
                    <a:pt x="2414739" y="1843994"/>
                  </a:lnTo>
                  <a:lnTo>
                    <a:pt x="2442895" y="1812926"/>
                  </a:lnTo>
                  <a:lnTo>
                    <a:pt x="2460824" y="1775024"/>
                  </a:lnTo>
                  <a:lnTo>
                    <a:pt x="2466163" y="1748562"/>
                  </a:lnTo>
                  <a:lnTo>
                    <a:pt x="2466288" y="1747554"/>
                  </a:lnTo>
                  <a:lnTo>
                    <a:pt x="2466803" y="1740568"/>
                  </a:lnTo>
                  <a:lnTo>
                    <a:pt x="2466974" y="1733549"/>
                  </a:lnTo>
                  <a:lnTo>
                    <a:pt x="2466974" y="152399"/>
                  </a:lnTo>
                  <a:lnTo>
                    <a:pt x="2460824" y="110925"/>
                  </a:lnTo>
                  <a:lnTo>
                    <a:pt x="2442895" y="73022"/>
                  </a:lnTo>
                  <a:lnTo>
                    <a:pt x="2414739" y="41954"/>
                  </a:lnTo>
                  <a:lnTo>
                    <a:pt x="2378775" y="20400"/>
                  </a:lnTo>
                  <a:lnTo>
                    <a:pt x="2338104" y="10211"/>
                  </a:lnTo>
                  <a:lnTo>
                    <a:pt x="2324099" y="9524"/>
                  </a:lnTo>
                  <a:lnTo>
                    <a:pt x="2376634" y="9524"/>
                  </a:lnTo>
                  <a:lnTo>
                    <a:pt x="2420733" y="34533"/>
                  </a:lnTo>
                  <a:lnTo>
                    <a:pt x="2450838" y="67714"/>
                  </a:lnTo>
                  <a:lnTo>
                    <a:pt x="2469973" y="108226"/>
                  </a:lnTo>
                  <a:lnTo>
                    <a:pt x="2476499" y="152399"/>
                  </a:lnTo>
                  <a:lnTo>
                    <a:pt x="2476499" y="1733549"/>
                  </a:lnTo>
                  <a:lnTo>
                    <a:pt x="2475823" y="1747554"/>
                  </a:lnTo>
                  <a:lnTo>
                    <a:pt x="2464898" y="1791870"/>
                  </a:lnTo>
                  <a:lnTo>
                    <a:pt x="2441965" y="1830184"/>
                  </a:lnTo>
                  <a:lnTo>
                    <a:pt x="2408783" y="1860289"/>
                  </a:lnTo>
                  <a:lnTo>
                    <a:pt x="2382418" y="1874348"/>
                  </a:lnTo>
                  <a:lnTo>
                    <a:pt x="2376631" y="1876424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866730" y="3655856"/>
            <a:ext cx="885825" cy="937260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R="10795" algn="ctr">
              <a:lnSpc>
                <a:spcPct val="100000"/>
              </a:lnSpc>
              <a:spcBef>
                <a:spcPts val="1610"/>
              </a:spcBef>
            </a:pPr>
            <a:r>
              <a:rPr sz="2600" spc="-39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📐</a:t>
            </a:r>
            <a:endParaRPr sz="26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sz="1400" b="1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SVM</a:t>
            </a:r>
            <a:r>
              <a:rPr sz="1400" b="1" spc="-75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b="1" spc="-5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sz="1400" b="1" spc="-5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RBF</a:t>
            </a:r>
            <a:r>
              <a:rPr sz="1350" b="1" spc="-5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endParaRPr sz="13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20159" y="4649630"/>
            <a:ext cx="791210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b="1" spc="110" dirty="0">
                <a:solidFill>
                  <a:srgbClr val="A06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38.0%</a:t>
            </a:r>
            <a:endParaRPr sz="19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743949" y="3581394"/>
            <a:ext cx="2466975" cy="1885950"/>
            <a:chOff x="8743949" y="3581394"/>
            <a:chExt cx="2466975" cy="1885950"/>
          </a:xfrm>
        </p:grpSpPr>
        <p:sp>
          <p:nvSpPr>
            <p:cNvPr id="24" name="object 24"/>
            <p:cNvSpPr/>
            <p:nvPr/>
          </p:nvSpPr>
          <p:spPr>
            <a:xfrm>
              <a:off x="8743949" y="3581394"/>
              <a:ext cx="2466975" cy="1885950"/>
            </a:xfrm>
            <a:custGeom>
              <a:avLst/>
              <a:gdLst/>
              <a:ahLst/>
              <a:cxnLst/>
              <a:rect l="l" t="t" r="r" b="b"/>
              <a:pathLst>
                <a:path w="2466975" h="1885950">
                  <a:moveTo>
                    <a:pt x="2314574" y="1885949"/>
                  </a:moveTo>
                  <a:lnTo>
                    <a:pt x="152399" y="1885949"/>
                  </a:lnTo>
                  <a:lnTo>
                    <a:pt x="137386" y="1885224"/>
                  </a:lnTo>
                  <a:lnTo>
                    <a:pt x="94078" y="1874348"/>
                  </a:lnTo>
                  <a:lnTo>
                    <a:pt x="55764" y="1851415"/>
                  </a:lnTo>
                  <a:lnTo>
                    <a:pt x="25659" y="1818233"/>
                  </a:lnTo>
                  <a:lnTo>
                    <a:pt x="6524" y="1777722"/>
                  </a:lnTo>
                  <a:lnTo>
                    <a:pt x="0" y="1733549"/>
                  </a:lnTo>
                  <a:lnTo>
                    <a:pt x="0" y="152399"/>
                  </a:lnTo>
                  <a:lnTo>
                    <a:pt x="6524" y="108226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2314574" y="0"/>
                  </a:lnTo>
                  <a:lnTo>
                    <a:pt x="2358747" y="6525"/>
                  </a:lnTo>
                  <a:lnTo>
                    <a:pt x="2399258" y="25659"/>
                  </a:lnTo>
                  <a:lnTo>
                    <a:pt x="2432440" y="55764"/>
                  </a:lnTo>
                  <a:lnTo>
                    <a:pt x="2455372" y="94078"/>
                  </a:lnTo>
                  <a:lnTo>
                    <a:pt x="2466249" y="137386"/>
                  </a:lnTo>
                  <a:lnTo>
                    <a:pt x="2466974" y="152399"/>
                  </a:lnTo>
                  <a:lnTo>
                    <a:pt x="2466974" y="1733549"/>
                  </a:lnTo>
                  <a:lnTo>
                    <a:pt x="2460448" y="1777722"/>
                  </a:lnTo>
                  <a:lnTo>
                    <a:pt x="2441313" y="1818233"/>
                  </a:lnTo>
                  <a:lnTo>
                    <a:pt x="2411208" y="1851415"/>
                  </a:lnTo>
                  <a:lnTo>
                    <a:pt x="2372893" y="1874348"/>
                  </a:lnTo>
                  <a:lnTo>
                    <a:pt x="2329587" y="1885224"/>
                  </a:lnTo>
                  <a:lnTo>
                    <a:pt x="2314574" y="1885949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8743950" y="3581399"/>
              <a:ext cx="2466975" cy="1885950"/>
            </a:xfrm>
            <a:custGeom>
              <a:avLst/>
              <a:gdLst/>
              <a:ahLst/>
              <a:cxnLst/>
              <a:rect l="l" t="t" r="r" b="b"/>
              <a:pathLst>
                <a:path w="2466975" h="1885950">
                  <a:moveTo>
                    <a:pt x="2314574" y="1885949"/>
                  </a:moveTo>
                  <a:lnTo>
                    <a:pt x="152399" y="1885949"/>
                  </a:lnTo>
                  <a:lnTo>
                    <a:pt x="137386" y="1885224"/>
                  </a:lnTo>
                  <a:lnTo>
                    <a:pt x="94078" y="1874348"/>
                  </a:lnTo>
                  <a:lnTo>
                    <a:pt x="55764" y="1851415"/>
                  </a:lnTo>
                  <a:lnTo>
                    <a:pt x="25659" y="1818234"/>
                  </a:lnTo>
                  <a:lnTo>
                    <a:pt x="6524" y="1777722"/>
                  </a:lnTo>
                  <a:lnTo>
                    <a:pt x="0" y="1733549"/>
                  </a:lnTo>
                  <a:lnTo>
                    <a:pt x="0" y="152399"/>
                  </a:lnTo>
                  <a:lnTo>
                    <a:pt x="675" y="138395"/>
                  </a:lnTo>
                  <a:lnTo>
                    <a:pt x="724" y="137386"/>
                  </a:lnTo>
                  <a:lnTo>
                    <a:pt x="11599" y="94078"/>
                  </a:lnTo>
                  <a:lnTo>
                    <a:pt x="34533" y="55764"/>
                  </a:lnTo>
                  <a:lnTo>
                    <a:pt x="67714" y="25659"/>
                  </a:lnTo>
                  <a:lnTo>
                    <a:pt x="108226" y="6525"/>
                  </a:lnTo>
                  <a:lnTo>
                    <a:pt x="152399" y="0"/>
                  </a:lnTo>
                  <a:lnTo>
                    <a:pt x="2314574" y="0"/>
                  </a:lnTo>
                  <a:lnTo>
                    <a:pt x="2329587" y="725"/>
                  </a:lnTo>
                  <a:lnTo>
                    <a:pt x="2344311" y="2900"/>
                  </a:lnTo>
                  <a:lnTo>
                    <a:pt x="2358747" y="6525"/>
                  </a:lnTo>
                  <a:lnTo>
                    <a:pt x="2367109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1" y="37645"/>
                  </a:lnTo>
                  <a:lnTo>
                    <a:pt x="37645" y="67282"/>
                  </a:lnTo>
                  <a:lnTo>
                    <a:pt x="17872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733549"/>
                  </a:lnTo>
                  <a:lnTo>
                    <a:pt x="15675" y="1775024"/>
                  </a:lnTo>
                  <a:lnTo>
                    <a:pt x="33603" y="1812926"/>
                  </a:lnTo>
                  <a:lnTo>
                    <a:pt x="61759" y="1843994"/>
                  </a:lnTo>
                  <a:lnTo>
                    <a:pt x="97723" y="1865549"/>
                  </a:lnTo>
                  <a:lnTo>
                    <a:pt x="138395" y="1875738"/>
                  </a:lnTo>
                  <a:lnTo>
                    <a:pt x="152399" y="1876424"/>
                  </a:lnTo>
                  <a:lnTo>
                    <a:pt x="2367106" y="1876424"/>
                  </a:lnTo>
                  <a:lnTo>
                    <a:pt x="2358746" y="1879424"/>
                  </a:lnTo>
                  <a:lnTo>
                    <a:pt x="2344311" y="1883049"/>
                  </a:lnTo>
                  <a:lnTo>
                    <a:pt x="2329587" y="1885224"/>
                  </a:lnTo>
                  <a:lnTo>
                    <a:pt x="2314574" y="1885949"/>
                  </a:lnTo>
                  <a:close/>
                </a:path>
                <a:path w="2466975" h="1885950">
                  <a:moveTo>
                    <a:pt x="2367106" y="1876424"/>
                  </a:moveTo>
                  <a:lnTo>
                    <a:pt x="2314574" y="1876424"/>
                  </a:lnTo>
                  <a:lnTo>
                    <a:pt x="2321593" y="1876253"/>
                  </a:lnTo>
                  <a:lnTo>
                    <a:pt x="2328578" y="1875738"/>
                  </a:lnTo>
                  <a:lnTo>
                    <a:pt x="2369250" y="1865549"/>
                  </a:lnTo>
                  <a:lnTo>
                    <a:pt x="2405214" y="1843994"/>
                  </a:lnTo>
                  <a:lnTo>
                    <a:pt x="2433370" y="1812926"/>
                  </a:lnTo>
                  <a:lnTo>
                    <a:pt x="2451299" y="1775024"/>
                  </a:lnTo>
                  <a:lnTo>
                    <a:pt x="2456638" y="1748562"/>
                  </a:lnTo>
                  <a:lnTo>
                    <a:pt x="2456763" y="1747554"/>
                  </a:lnTo>
                  <a:lnTo>
                    <a:pt x="2457278" y="1740568"/>
                  </a:lnTo>
                  <a:lnTo>
                    <a:pt x="2457449" y="1733549"/>
                  </a:lnTo>
                  <a:lnTo>
                    <a:pt x="2457449" y="152399"/>
                  </a:lnTo>
                  <a:lnTo>
                    <a:pt x="2451299" y="110925"/>
                  </a:lnTo>
                  <a:lnTo>
                    <a:pt x="2433370" y="73022"/>
                  </a:lnTo>
                  <a:lnTo>
                    <a:pt x="2405214" y="41954"/>
                  </a:lnTo>
                  <a:lnTo>
                    <a:pt x="2369250" y="20400"/>
                  </a:lnTo>
                  <a:lnTo>
                    <a:pt x="2328578" y="10211"/>
                  </a:lnTo>
                  <a:lnTo>
                    <a:pt x="2314574" y="9524"/>
                  </a:lnTo>
                  <a:lnTo>
                    <a:pt x="2367109" y="9524"/>
                  </a:lnTo>
                  <a:lnTo>
                    <a:pt x="2411208" y="34533"/>
                  </a:lnTo>
                  <a:lnTo>
                    <a:pt x="2441313" y="67714"/>
                  </a:lnTo>
                  <a:lnTo>
                    <a:pt x="2460448" y="108226"/>
                  </a:lnTo>
                  <a:lnTo>
                    <a:pt x="2466974" y="152399"/>
                  </a:lnTo>
                  <a:lnTo>
                    <a:pt x="2466974" y="1733549"/>
                  </a:lnTo>
                  <a:lnTo>
                    <a:pt x="2466298" y="1747554"/>
                  </a:lnTo>
                  <a:lnTo>
                    <a:pt x="2455373" y="1791870"/>
                  </a:lnTo>
                  <a:lnTo>
                    <a:pt x="2432440" y="1830184"/>
                  </a:lnTo>
                  <a:lnTo>
                    <a:pt x="2399258" y="1860289"/>
                  </a:lnTo>
                  <a:lnTo>
                    <a:pt x="2372893" y="1874348"/>
                  </a:lnTo>
                  <a:lnTo>
                    <a:pt x="2367106" y="1876424"/>
                  </a:lnTo>
                  <a:close/>
                </a:path>
              </a:pathLst>
            </a:custGeom>
            <a:solidFill>
              <a:srgbClr val="FFFFFF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353946" y="3656571"/>
            <a:ext cx="1243965" cy="936625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marL="410845">
              <a:lnSpc>
                <a:spcPct val="100000"/>
              </a:lnSpc>
              <a:spcBef>
                <a:spcPts val="1605"/>
              </a:spcBef>
            </a:pPr>
            <a:r>
              <a:rPr sz="2600" spc="-53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🌲</a:t>
            </a:r>
            <a:endParaRPr sz="26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1400" b="1" spc="-7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Random</a:t>
            </a:r>
            <a:r>
              <a:rPr sz="1400" b="1" spc="-6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00" b="1" spc="-25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Forest</a:t>
            </a:r>
            <a:endParaRPr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574658" y="4649630"/>
            <a:ext cx="800735" cy="317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b="1" spc="12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94.4%</a:t>
            </a:r>
            <a:endParaRPr sz="19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1401424" y="3581394"/>
            <a:ext cx="2466975" cy="1885950"/>
            <a:chOff x="11401424" y="3581394"/>
            <a:chExt cx="2466975" cy="1885950"/>
          </a:xfrm>
        </p:grpSpPr>
        <p:sp>
          <p:nvSpPr>
            <p:cNvPr id="29" name="object 29"/>
            <p:cNvSpPr/>
            <p:nvPr/>
          </p:nvSpPr>
          <p:spPr>
            <a:xfrm>
              <a:off x="11401424" y="3581394"/>
              <a:ext cx="2466975" cy="1885950"/>
            </a:xfrm>
            <a:custGeom>
              <a:avLst/>
              <a:gdLst/>
              <a:ahLst/>
              <a:cxnLst/>
              <a:rect l="l" t="t" r="r" b="b"/>
              <a:pathLst>
                <a:path w="2466975" h="1885950">
                  <a:moveTo>
                    <a:pt x="2314574" y="1885949"/>
                  </a:moveTo>
                  <a:lnTo>
                    <a:pt x="152399" y="1885949"/>
                  </a:lnTo>
                  <a:lnTo>
                    <a:pt x="137386" y="1885224"/>
                  </a:lnTo>
                  <a:lnTo>
                    <a:pt x="94078" y="1874348"/>
                  </a:lnTo>
                  <a:lnTo>
                    <a:pt x="55764" y="1851415"/>
                  </a:lnTo>
                  <a:lnTo>
                    <a:pt x="25659" y="1818233"/>
                  </a:lnTo>
                  <a:lnTo>
                    <a:pt x="6524" y="1777722"/>
                  </a:lnTo>
                  <a:lnTo>
                    <a:pt x="0" y="1733549"/>
                  </a:lnTo>
                  <a:lnTo>
                    <a:pt x="0" y="152399"/>
                  </a:lnTo>
                  <a:lnTo>
                    <a:pt x="6524" y="108226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2314574" y="0"/>
                  </a:lnTo>
                  <a:lnTo>
                    <a:pt x="2358747" y="6525"/>
                  </a:lnTo>
                  <a:lnTo>
                    <a:pt x="2399258" y="25659"/>
                  </a:lnTo>
                  <a:lnTo>
                    <a:pt x="2432439" y="55764"/>
                  </a:lnTo>
                  <a:lnTo>
                    <a:pt x="2455372" y="94078"/>
                  </a:lnTo>
                  <a:lnTo>
                    <a:pt x="2466249" y="137386"/>
                  </a:lnTo>
                  <a:lnTo>
                    <a:pt x="2466974" y="152399"/>
                  </a:lnTo>
                  <a:lnTo>
                    <a:pt x="2466974" y="1733549"/>
                  </a:lnTo>
                  <a:lnTo>
                    <a:pt x="2460448" y="1777722"/>
                  </a:lnTo>
                  <a:lnTo>
                    <a:pt x="2441312" y="1818233"/>
                  </a:lnTo>
                  <a:lnTo>
                    <a:pt x="2411208" y="1851415"/>
                  </a:lnTo>
                  <a:lnTo>
                    <a:pt x="2372893" y="1874348"/>
                  </a:lnTo>
                  <a:lnTo>
                    <a:pt x="2329587" y="1885224"/>
                  </a:lnTo>
                  <a:lnTo>
                    <a:pt x="2314574" y="1885949"/>
                  </a:lnTo>
                  <a:close/>
                </a:path>
              </a:pathLst>
            </a:custGeom>
            <a:solidFill>
              <a:srgbClr val="4DD98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11401424" y="3581399"/>
              <a:ext cx="2466975" cy="1885950"/>
            </a:xfrm>
            <a:custGeom>
              <a:avLst/>
              <a:gdLst/>
              <a:ahLst/>
              <a:cxnLst/>
              <a:rect l="l" t="t" r="r" b="b"/>
              <a:pathLst>
                <a:path w="2466975" h="1885950">
                  <a:moveTo>
                    <a:pt x="2314574" y="1885949"/>
                  </a:moveTo>
                  <a:lnTo>
                    <a:pt x="152399" y="1885949"/>
                  </a:lnTo>
                  <a:lnTo>
                    <a:pt x="137386" y="1885224"/>
                  </a:lnTo>
                  <a:lnTo>
                    <a:pt x="94078" y="1874348"/>
                  </a:lnTo>
                  <a:lnTo>
                    <a:pt x="55764" y="1851415"/>
                  </a:lnTo>
                  <a:lnTo>
                    <a:pt x="25659" y="1818234"/>
                  </a:lnTo>
                  <a:lnTo>
                    <a:pt x="6524" y="1777722"/>
                  </a:lnTo>
                  <a:lnTo>
                    <a:pt x="0" y="1733549"/>
                  </a:lnTo>
                  <a:lnTo>
                    <a:pt x="0" y="152399"/>
                  </a:lnTo>
                  <a:lnTo>
                    <a:pt x="6524" y="108226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2314574" y="0"/>
                  </a:lnTo>
                  <a:lnTo>
                    <a:pt x="2329587" y="725"/>
                  </a:lnTo>
                  <a:lnTo>
                    <a:pt x="2344311" y="2900"/>
                  </a:lnTo>
                  <a:lnTo>
                    <a:pt x="2358747" y="6525"/>
                  </a:lnTo>
                  <a:lnTo>
                    <a:pt x="2367109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1" y="37645"/>
                  </a:lnTo>
                  <a:lnTo>
                    <a:pt x="37645" y="67282"/>
                  </a:lnTo>
                  <a:lnTo>
                    <a:pt x="17872" y="104274"/>
                  </a:lnTo>
                  <a:lnTo>
                    <a:pt x="10335" y="137386"/>
                  </a:lnTo>
                  <a:lnTo>
                    <a:pt x="10211" y="138395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1733549"/>
                  </a:lnTo>
                  <a:lnTo>
                    <a:pt x="15675" y="1775024"/>
                  </a:lnTo>
                  <a:lnTo>
                    <a:pt x="33603" y="1812926"/>
                  </a:lnTo>
                  <a:lnTo>
                    <a:pt x="61759" y="1843994"/>
                  </a:lnTo>
                  <a:lnTo>
                    <a:pt x="97723" y="1865549"/>
                  </a:lnTo>
                  <a:lnTo>
                    <a:pt x="138395" y="1875738"/>
                  </a:lnTo>
                  <a:lnTo>
                    <a:pt x="152399" y="1876424"/>
                  </a:lnTo>
                  <a:lnTo>
                    <a:pt x="2367106" y="1876424"/>
                  </a:lnTo>
                  <a:lnTo>
                    <a:pt x="2358747" y="1879424"/>
                  </a:lnTo>
                  <a:lnTo>
                    <a:pt x="2344311" y="1883049"/>
                  </a:lnTo>
                  <a:lnTo>
                    <a:pt x="2329587" y="1885224"/>
                  </a:lnTo>
                  <a:lnTo>
                    <a:pt x="2314574" y="1885949"/>
                  </a:lnTo>
                  <a:close/>
                </a:path>
                <a:path w="2466975" h="1885950">
                  <a:moveTo>
                    <a:pt x="2367106" y="1876424"/>
                  </a:moveTo>
                  <a:lnTo>
                    <a:pt x="2314574" y="1876424"/>
                  </a:lnTo>
                  <a:lnTo>
                    <a:pt x="2321593" y="1876253"/>
                  </a:lnTo>
                  <a:lnTo>
                    <a:pt x="2328578" y="1875738"/>
                  </a:lnTo>
                  <a:lnTo>
                    <a:pt x="2369250" y="1865549"/>
                  </a:lnTo>
                  <a:lnTo>
                    <a:pt x="2405214" y="1843994"/>
                  </a:lnTo>
                  <a:lnTo>
                    <a:pt x="2433370" y="1812926"/>
                  </a:lnTo>
                  <a:lnTo>
                    <a:pt x="2451298" y="1775024"/>
                  </a:lnTo>
                  <a:lnTo>
                    <a:pt x="2456638" y="1748562"/>
                  </a:lnTo>
                  <a:lnTo>
                    <a:pt x="2456763" y="1747554"/>
                  </a:lnTo>
                  <a:lnTo>
                    <a:pt x="2457278" y="1740568"/>
                  </a:lnTo>
                  <a:lnTo>
                    <a:pt x="2457449" y="1733549"/>
                  </a:lnTo>
                  <a:lnTo>
                    <a:pt x="2457449" y="152399"/>
                  </a:lnTo>
                  <a:lnTo>
                    <a:pt x="2451298" y="110925"/>
                  </a:lnTo>
                  <a:lnTo>
                    <a:pt x="2433370" y="73022"/>
                  </a:lnTo>
                  <a:lnTo>
                    <a:pt x="2405214" y="41954"/>
                  </a:lnTo>
                  <a:lnTo>
                    <a:pt x="2369250" y="20400"/>
                  </a:lnTo>
                  <a:lnTo>
                    <a:pt x="2328578" y="10211"/>
                  </a:lnTo>
                  <a:lnTo>
                    <a:pt x="2314574" y="9524"/>
                  </a:lnTo>
                  <a:lnTo>
                    <a:pt x="2367109" y="9524"/>
                  </a:lnTo>
                  <a:lnTo>
                    <a:pt x="2411208" y="34533"/>
                  </a:lnTo>
                  <a:lnTo>
                    <a:pt x="2441312" y="67714"/>
                  </a:lnTo>
                  <a:lnTo>
                    <a:pt x="2460448" y="108226"/>
                  </a:lnTo>
                  <a:lnTo>
                    <a:pt x="2466974" y="152399"/>
                  </a:lnTo>
                  <a:lnTo>
                    <a:pt x="2466974" y="1733549"/>
                  </a:lnTo>
                  <a:lnTo>
                    <a:pt x="2466298" y="1747554"/>
                  </a:lnTo>
                  <a:lnTo>
                    <a:pt x="2455372" y="1791870"/>
                  </a:lnTo>
                  <a:lnTo>
                    <a:pt x="2432439" y="1830184"/>
                  </a:lnTo>
                  <a:lnTo>
                    <a:pt x="2399258" y="1860289"/>
                  </a:lnTo>
                  <a:lnTo>
                    <a:pt x="2372893" y="1874348"/>
                  </a:lnTo>
                  <a:lnTo>
                    <a:pt x="2367106" y="1876424"/>
                  </a:lnTo>
                  <a:close/>
                </a:path>
              </a:pathLst>
            </a:custGeom>
            <a:solidFill>
              <a:srgbClr val="4DD98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2309971" y="3682820"/>
            <a:ext cx="648970" cy="909955"/>
          </a:xfrm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/>
          <a:p>
            <a:pPr marR="22225" algn="ctr">
              <a:lnSpc>
                <a:spcPct val="100000"/>
              </a:lnSpc>
              <a:spcBef>
                <a:spcPts val="1550"/>
              </a:spcBef>
            </a:pPr>
            <a:r>
              <a:rPr sz="2450" spc="-39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🧠</a:t>
            </a:r>
            <a:endParaRPr sz="24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1400" b="1" spc="-3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BiLSTM</a:t>
            </a:r>
            <a:endParaRPr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168137" y="4529912"/>
            <a:ext cx="922019" cy="66294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055"/>
              </a:spcBef>
            </a:pPr>
            <a:r>
              <a:rPr sz="1900" b="1" spc="55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95.77%</a:t>
            </a:r>
            <a:endParaRPr sz="19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000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★</a:t>
            </a:r>
            <a:r>
              <a:rPr sz="1000" spc="40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Advanced</a:t>
            </a:r>
            <a:r>
              <a:rPr sz="1050" spc="50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spc="-35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AI</a:t>
            </a:r>
            <a:endParaRPr sz="10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9300" y="5695374"/>
            <a:ext cx="7219950" cy="4832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400"/>
              </a:lnSpc>
              <a:spcBef>
                <a:spcPts val="95"/>
              </a:spcBef>
            </a:pP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1200" spc="-5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comparison</a:t>
            </a:r>
            <a:r>
              <a:rPr sz="1200" spc="45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demonstrates</a:t>
            </a:r>
            <a:r>
              <a:rPr sz="1200" spc="1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mastery</a:t>
            </a:r>
            <a:r>
              <a:rPr sz="1200" spc="-35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65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sz="1200" spc="-2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multiple ML</a:t>
            </a:r>
            <a:r>
              <a:rPr sz="1200" spc="5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paradigms.</a:t>
            </a:r>
            <a:r>
              <a:rPr sz="1200" spc="8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Bidirectional</a:t>
            </a:r>
            <a:r>
              <a:rPr sz="1200" spc="8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LSTM</a:t>
            </a:r>
            <a:r>
              <a:rPr sz="1200" spc="2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(BiLSTM)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outperformed</a:t>
            </a:r>
            <a:r>
              <a:rPr sz="1200" spc="8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z="1200" spc="4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classic</a:t>
            </a:r>
            <a:r>
              <a:rPr sz="1200" spc="35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ML</a:t>
            </a:r>
            <a:r>
              <a:rPr sz="1200" spc="5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models,</a:t>
            </a:r>
            <a:r>
              <a:rPr sz="1200" spc="125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proving</a:t>
            </a:r>
            <a:r>
              <a:rPr sz="1200" spc="75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its</a:t>
            </a:r>
            <a:r>
              <a:rPr sz="1200" spc="5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ability</a:t>
            </a:r>
            <a:r>
              <a:rPr sz="1200" spc="5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1200" spc="4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capture</a:t>
            </a:r>
            <a:r>
              <a:rPr sz="1200" spc="4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complex</a:t>
            </a:r>
            <a:r>
              <a:rPr sz="1200" spc="15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temporal</a:t>
            </a:r>
            <a:r>
              <a:rPr sz="1200" spc="135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sequence</a:t>
            </a:r>
            <a:r>
              <a:rPr sz="1200" spc="4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dynamics.</a:t>
            </a:r>
            <a:endParaRPr sz="12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4630400" cy="8229600"/>
            <a:chOff x="0" y="-1"/>
            <a:chExt cx="14630400" cy="8229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14630398" cy="822960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842399"/>
              <a:ext cx="4576176" cy="4387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940777"/>
              <a:ext cx="4576176" cy="2288821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49300" y="645083"/>
            <a:ext cx="6993890" cy="86296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pc="-20" dirty="0">
                <a:latin typeface="Helvetica" panose="020B0604020202020204" pitchFamily="34" charset="0"/>
                <a:cs typeface="Helvetica" panose="020B0604020202020204" pitchFamily="34" charset="0"/>
              </a:rPr>
              <a:t>VISUALIZATION</a:t>
            </a: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3350" spc="-27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Professional</a:t>
            </a:r>
            <a:r>
              <a:rPr sz="3350" spc="-16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350" spc="-29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Dashboard</a:t>
            </a:r>
            <a:r>
              <a:rPr sz="3350" spc="-28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050" spc="-11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&amp;</a:t>
            </a:r>
            <a:r>
              <a:rPr sz="3050" spc="-39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350" spc="-26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Workout</a:t>
            </a:r>
            <a:r>
              <a:rPr sz="3350" spc="-36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350" spc="-300" dirty="0">
                <a:solidFill>
                  <a:srgbClr val="A06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DNA</a:t>
            </a:r>
            <a:endParaRPr sz="3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300" y="2196737"/>
            <a:ext cx="6146798" cy="592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0"/>
              </a:spcBef>
            </a:pPr>
            <a:r>
              <a:rPr lang="en-GB"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 unified, dark-themed dashboard presenting raw signals, step detection, spectrum analysis, and activity breakdown.</a:t>
            </a:r>
            <a:endParaRPr sz="14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9300" y="1876685"/>
            <a:ext cx="10909300" cy="2737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755765" algn="l"/>
              </a:tabLst>
            </a:pPr>
            <a:r>
              <a:rPr lang="en-GB" sz="1700" b="1" spc="-9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Comprehensive Analytics</a:t>
            </a:r>
            <a:r>
              <a:rPr sz="1700" b="1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sz="1700" b="1" spc="-8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Workout</a:t>
            </a:r>
            <a:r>
              <a:rPr sz="1700" b="1" spc="-7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700" b="1" spc="-75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DNA</a:t>
            </a:r>
            <a:r>
              <a:rPr sz="1700" b="1" spc="-12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700" b="1" spc="-50" dirty="0">
                <a:solidFill>
                  <a:srgbClr val="DFD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Fingerprint</a:t>
            </a:r>
            <a:endParaRPr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92999" y="2196737"/>
            <a:ext cx="5706110" cy="592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7900"/>
              </a:lnSpc>
              <a:spcBef>
                <a:spcPts val="90"/>
              </a:spcBef>
            </a:pP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450" spc="-1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unique</a:t>
            </a:r>
            <a:r>
              <a:rPr sz="1450" spc="6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polar</a:t>
            </a:r>
            <a:r>
              <a:rPr sz="1450" spc="4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radar</a:t>
            </a:r>
            <a:r>
              <a:rPr sz="1450" spc="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chart</a:t>
            </a:r>
            <a:r>
              <a:rPr sz="1450" spc="4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sz="1450" spc="4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creates</a:t>
            </a:r>
            <a:r>
              <a:rPr sz="1450" spc="7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450" spc="11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visual</a:t>
            </a:r>
            <a:r>
              <a:rPr sz="1450" spc="16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"fingerprint"</a:t>
            </a:r>
            <a:r>
              <a:rPr sz="1450" spc="18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sz="1450" spc="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spc="-2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each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workout</a:t>
            </a:r>
            <a:r>
              <a:rPr sz="1450" spc="1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based</a:t>
            </a:r>
            <a:r>
              <a:rPr sz="1450" spc="7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on</a:t>
            </a:r>
            <a:r>
              <a:rPr sz="1450" spc="8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8</a:t>
            </a:r>
            <a:r>
              <a:rPr sz="1450" spc="4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450" spc="-1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metrics.</a:t>
            </a:r>
            <a:endParaRPr sz="14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42973" y="2964890"/>
            <a:ext cx="11906249" cy="4619627"/>
            <a:chOff x="800099" y="2867022"/>
            <a:chExt cx="11906249" cy="4619627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0599" y="2867022"/>
              <a:ext cx="5905499" cy="4114799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77274" y="2867022"/>
              <a:ext cx="4029074" cy="4114799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" name="object 15"/>
            <p:cNvSpPr/>
            <p:nvPr/>
          </p:nvSpPr>
          <p:spPr>
            <a:xfrm>
              <a:off x="800099" y="7210424"/>
              <a:ext cx="1247775" cy="276225"/>
            </a:xfrm>
            <a:custGeom>
              <a:avLst/>
              <a:gdLst/>
              <a:ahLst/>
              <a:cxnLst/>
              <a:rect l="l" t="t" r="r" b="b"/>
              <a:pathLst>
                <a:path w="1247775" h="276225">
                  <a:moveTo>
                    <a:pt x="1109662" y="276224"/>
                  </a:moveTo>
                  <a:lnTo>
                    <a:pt x="138112" y="276224"/>
                  </a:lnTo>
                  <a:lnTo>
                    <a:pt x="124507" y="275567"/>
                  </a:lnTo>
                  <a:lnTo>
                    <a:pt x="85259" y="265710"/>
                  </a:lnTo>
                  <a:lnTo>
                    <a:pt x="50537" y="244927"/>
                  </a:lnTo>
                  <a:lnTo>
                    <a:pt x="23254" y="214857"/>
                  </a:lnTo>
                  <a:lnTo>
                    <a:pt x="5913" y="178143"/>
                  </a:lnTo>
                  <a:lnTo>
                    <a:pt x="0" y="138112"/>
                  </a:lnTo>
                  <a:lnTo>
                    <a:pt x="657" y="124506"/>
                  </a:lnTo>
                  <a:lnTo>
                    <a:pt x="10513" y="85257"/>
                  </a:lnTo>
                  <a:lnTo>
                    <a:pt x="31296" y="50536"/>
                  </a:lnTo>
                  <a:lnTo>
                    <a:pt x="61366" y="23253"/>
                  </a:lnTo>
                  <a:lnTo>
                    <a:pt x="98080" y="5913"/>
                  </a:lnTo>
                  <a:lnTo>
                    <a:pt x="138112" y="0"/>
                  </a:lnTo>
                  <a:lnTo>
                    <a:pt x="1109662" y="0"/>
                  </a:lnTo>
                  <a:lnTo>
                    <a:pt x="1149694" y="5913"/>
                  </a:lnTo>
                  <a:lnTo>
                    <a:pt x="1186407" y="23253"/>
                  </a:lnTo>
                  <a:lnTo>
                    <a:pt x="1216478" y="50536"/>
                  </a:lnTo>
                  <a:lnTo>
                    <a:pt x="1237261" y="85257"/>
                  </a:lnTo>
                  <a:lnTo>
                    <a:pt x="1247117" y="124506"/>
                  </a:lnTo>
                  <a:lnTo>
                    <a:pt x="1247774" y="138112"/>
                  </a:lnTo>
                  <a:lnTo>
                    <a:pt x="1247117" y="151717"/>
                  </a:lnTo>
                  <a:lnTo>
                    <a:pt x="1237261" y="190965"/>
                  </a:lnTo>
                  <a:lnTo>
                    <a:pt x="1216478" y="225686"/>
                  </a:lnTo>
                  <a:lnTo>
                    <a:pt x="1186407" y="252969"/>
                  </a:lnTo>
                  <a:lnTo>
                    <a:pt x="1149694" y="270310"/>
                  </a:lnTo>
                  <a:lnTo>
                    <a:pt x="1109662" y="276224"/>
                  </a:lnTo>
                  <a:close/>
                </a:path>
              </a:pathLst>
            </a:custGeom>
            <a:solidFill>
              <a:srgbClr val="00BEE6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800099" y="7210424"/>
              <a:ext cx="1247775" cy="276225"/>
            </a:xfrm>
            <a:custGeom>
              <a:avLst/>
              <a:gdLst/>
              <a:ahLst/>
              <a:cxnLst/>
              <a:rect l="l" t="t" r="r" b="b"/>
              <a:pathLst>
                <a:path w="1247775" h="276225">
                  <a:moveTo>
                    <a:pt x="1109662" y="276224"/>
                  </a:moveTo>
                  <a:lnTo>
                    <a:pt x="138112" y="276224"/>
                  </a:lnTo>
                  <a:lnTo>
                    <a:pt x="124507" y="275567"/>
                  </a:lnTo>
                  <a:lnTo>
                    <a:pt x="85259" y="265710"/>
                  </a:lnTo>
                  <a:lnTo>
                    <a:pt x="50537" y="244927"/>
                  </a:lnTo>
                  <a:lnTo>
                    <a:pt x="23254" y="214857"/>
                  </a:lnTo>
                  <a:lnTo>
                    <a:pt x="5913" y="178143"/>
                  </a:lnTo>
                  <a:lnTo>
                    <a:pt x="0" y="138112"/>
                  </a:lnTo>
                  <a:lnTo>
                    <a:pt x="657" y="124506"/>
                  </a:lnTo>
                  <a:lnTo>
                    <a:pt x="10513" y="85257"/>
                  </a:lnTo>
                  <a:lnTo>
                    <a:pt x="31296" y="50536"/>
                  </a:lnTo>
                  <a:lnTo>
                    <a:pt x="61366" y="23253"/>
                  </a:lnTo>
                  <a:lnTo>
                    <a:pt x="98080" y="5913"/>
                  </a:lnTo>
                  <a:lnTo>
                    <a:pt x="138112" y="0"/>
                  </a:lnTo>
                  <a:lnTo>
                    <a:pt x="1109662" y="0"/>
                  </a:lnTo>
                  <a:lnTo>
                    <a:pt x="1123267" y="657"/>
                  </a:lnTo>
                  <a:lnTo>
                    <a:pt x="1136611" y="2628"/>
                  </a:lnTo>
                  <a:lnTo>
                    <a:pt x="1149694" y="5913"/>
                  </a:lnTo>
                  <a:lnTo>
                    <a:pt x="1159762" y="9524"/>
                  </a:lnTo>
                  <a:lnTo>
                    <a:pt x="129669" y="9524"/>
                  </a:lnTo>
                  <a:lnTo>
                    <a:pt x="121307" y="10348"/>
                  </a:lnTo>
                  <a:lnTo>
                    <a:pt x="81103" y="22544"/>
                  </a:lnTo>
                  <a:lnTo>
                    <a:pt x="41217" y="53157"/>
                  </a:lnTo>
                  <a:lnTo>
                    <a:pt x="16082" y="96704"/>
                  </a:lnTo>
                  <a:lnTo>
                    <a:pt x="9524" y="129669"/>
                  </a:lnTo>
                  <a:lnTo>
                    <a:pt x="9524" y="146555"/>
                  </a:lnTo>
                  <a:lnTo>
                    <a:pt x="22544" y="195121"/>
                  </a:lnTo>
                  <a:lnTo>
                    <a:pt x="53157" y="235007"/>
                  </a:lnTo>
                  <a:lnTo>
                    <a:pt x="96704" y="260142"/>
                  </a:lnTo>
                  <a:lnTo>
                    <a:pt x="129669" y="266699"/>
                  </a:lnTo>
                  <a:lnTo>
                    <a:pt x="1159759" y="266699"/>
                  </a:lnTo>
                  <a:lnTo>
                    <a:pt x="1149694" y="270310"/>
                  </a:lnTo>
                  <a:lnTo>
                    <a:pt x="1136611" y="273596"/>
                  </a:lnTo>
                  <a:lnTo>
                    <a:pt x="1123267" y="275567"/>
                  </a:lnTo>
                  <a:lnTo>
                    <a:pt x="1109662" y="276224"/>
                  </a:lnTo>
                  <a:close/>
                </a:path>
                <a:path w="1247775" h="276225">
                  <a:moveTo>
                    <a:pt x="1159759" y="266699"/>
                  </a:moveTo>
                  <a:lnTo>
                    <a:pt x="1118105" y="266699"/>
                  </a:lnTo>
                  <a:lnTo>
                    <a:pt x="1126467" y="265876"/>
                  </a:lnTo>
                  <a:lnTo>
                    <a:pt x="1143029" y="262581"/>
                  </a:lnTo>
                  <a:lnTo>
                    <a:pt x="1188121" y="240338"/>
                  </a:lnTo>
                  <a:lnTo>
                    <a:pt x="1221269" y="202531"/>
                  </a:lnTo>
                  <a:lnTo>
                    <a:pt x="1237426" y="154917"/>
                  </a:lnTo>
                  <a:lnTo>
                    <a:pt x="1238249" y="146555"/>
                  </a:lnTo>
                  <a:lnTo>
                    <a:pt x="1238249" y="129669"/>
                  </a:lnTo>
                  <a:lnTo>
                    <a:pt x="1225230" y="81103"/>
                  </a:lnTo>
                  <a:lnTo>
                    <a:pt x="1194617" y="41217"/>
                  </a:lnTo>
                  <a:lnTo>
                    <a:pt x="1151070" y="16081"/>
                  </a:lnTo>
                  <a:lnTo>
                    <a:pt x="1118105" y="9524"/>
                  </a:lnTo>
                  <a:lnTo>
                    <a:pt x="1159762" y="9524"/>
                  </a:lnTo>
                  <a:lnTo>
                    <a:pt x="1197237" y="31295"/>
                  </a:lnTo>
                  <a:lnTo>
                    <a:pt x="1224520" y="61365"/>
                  </a:lnTo>
                  <a:lnTo>
                    <a:pt x="1241861" y="98079"/>
                  </a:lnTo>
                  <a:lnTo>
                    <a:pt x="1247774" y="138112"/>
                  </a:lnTo>
                  <a:lnTo>
                    <a:pt x="1247117" y="151717"/>
                  </a:lnTo>
                  <a:lnTo>
                    <a:pt x="1237261" y="190965"/>
                  </a:lnTo>
                  <a:lnTo>
                    <a:pt x="1216478" y="225686"/>
                  </a:lnTo>
                  <a:lnTo>
                    <a:pt x="1186407" y="252969"/>
                  </a:lnTo>
                  <a:lnTo>
                    <a:pt x="1162515" y="265710"/>
                  </a:lnTo>
                  <a:lnTo>
                    <a:pt x="1159759" y="266699"/>
                  </a:lnTo>
                  <a:close/>
                </a:path>
              </a:pathLst>
            </a:custGeom>
            <a:solidFill>
              <a:srgbClr val="00BEE6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49324" y="7245998"/>
            <a:ext cx="946785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12+</a:t>
            </a:r>
            <a:r>
              <a:rPr sz="1000" b="1" spc="3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</a:t>
            </a:r>
            <a:r>
              <a:rPr sz="1050" b="1" spc="-2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b="1" spc="-1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Types</a:t>
            </a:r>
            <a:endParaRPr sz="10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219324" y="7210424"/>
            <a:ext cx="1085850" cy="276225"/>
            <a:chOff x="2219324" y="7210424"/>
            <a:chExt cx="1085850" cy="276225"/>
          </a:xfrm>
        </p:grpSpPr>
        <p:sp>
          <p:nvSpPr>
            <p:cNvPr id="19" name="object 19"/>
            <p:cNvSpPr/>
            <p:nvPr/>
          </p:nvSpPr>
          <p:spPr>
            <a:xfrm>
              <a:off x="2219324" y="7210424"/>
              <a:ext cx="1085850" cy="276225"/>
            </a:xfrm>
            <a:custGeom>
              <a:avLst/>
              <a:gdLst/>
              <a:ahLst/>
              <a:cxnLst/>
              <a:rect l="l" t="t" r="r" b="b"/>
              <a:pathLst>
                <a:path w="1085850" h="276225">
                  <a:moveTo>
                    <a:pt x="947737" y="276224"/>
                  </a:moveTo>
                  <a:lnTo>
                    <a:pt x="138112" y="276224"/>
                  </a:lnTo>
                  <a:lnTo>
                    <a:pt x="124506" y="275567"/>
                  </a:lnTo>
                  <a:lnTo>
                    <a:pt x="85258" y="265710"/>
                  </a:lnTo>
                  <a:lnTo>
                    <a:pt x="50537" y="244927"/>
                  </a:lnTo>
                  <a:lnTo>
                    <a:pt x="23254" y="214857"/>
                  </a:lnTo>
                  <a:lnTo>
                    <a:pt x="5913" y="178143"/>
                  </a:lnTo>
                  <a:lnTo>
                    <a:pt x="0" y="138112"/>
                  </a:lnTo>
                  <a:lnTo>
                    <a:pt x="656" y="124506"/>
                  </a:lnTo>
                  <a:lnTo>
                    <a:pt x="10512" y="85257"/>
                  </a:lnTo>
                  <a:lnTo>
                    <a:pt x="31296" y="50536"/>
                  </a:lnTo>
                  <a:lnTo>
                    <a:pt x="61366" y="23253"/>
                  </a:lnTo>
                  <a:lnTo>
                    <a:pt x="98080" y="5913"/>
                  </a:lnTo>
                  <a:lnTo>
                    <a:pt x="138112" y="0"/>
                  </a:lnTo>
                  <a:lnTo>
                    <a:pt x="947737" y="0"/>
                  </a:lnTo>
                  <a:lnTo>
                    <a:pt x="987769" y="5913"/>
                  </a:lnTo>
                  <a:lnTo>
                    <a:pt x="1024482" y="23253"/>
                  </a:lnTo>
                  <a:lnTo>
                    <a:pt x="1054553" y="50536"/>
                  </a:lnTo>
                  <a:lnTo>
                    <a:pt x="1075335" y="85257"/>
                  </a:lnTo>
                  <a:lnTo>
                    <a:pt x="1085192" y="124506"/>
                  </a:lnTo>
                  <a:lnTo>
                    <a:pt x="1085849" y="138112"/>
                  </a:lnTo>
                  <a:lnTo>
                    <a:pt x="1085192" y="151717"/>
                  </a:lnTo>
                  <a:lnTo>
                    <a:pt x="1075335" y="190965"/>
                  </a:lnTo>
                  <a:lnTo>
                    <a:pt x="1054553" y="225686"/>
                  </a:lnTo>
                  <a:lnTo>
                    <a:pt x="1024482" y="252969"/>
                  </a:lnTo>
                  <a:lnTo>
                    <a:pt x="987769" y="270310"/>
                  </a:lnTo>
                  <a:lnTo>
                    <a:pt x="947737" y="276224"/>
                  </a:lnTo>
                  <a:close/>
                </a:path>
              </a:pathLst>
            </a:custGeom>
            <a:solidFill>
              <a:srgbClr val="4DD98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2219324" y="7210424"/>
              <a:ext cx="1085850" cy="276225"/>
            </a:xfrm>
            <a:custGeom>
              <a:avLst/>
              <a:gdLst/>
              <a:ahLst/>
              <a:cxnLst/>
              <a:rect l="l" t="t" r="r" b="b"/>
              <a:pathLst>
                <a:path w="1085850" h="276225">
                  <a:moveTo>
                    <a:pt x="947737" y="276224"/>
                  </a:moveTo>
                  <a:lnTo>
                    <a:pt x="138112" y="276224"/>
                  </a:lnTo>
                  <a:lnTo>
                    <a:pt x="124506" y="275567"/>
                  </a:lnTo>
                  <a:lnTo>
                    <a:pt x="85258" y="265710"/>
                  </a:lnTo>
                  <a:lnTo>
                    <a:pt x="50537" y="244927"/>
                  </a:lnTo>
                  <a:lnTo>
                    <a:pt x="23254" y="214857"/>
                  </a:lnTo>
                  <a:lnTo>
                    <a:pt x="5913" y="178143"/>
                  </a:lnTo>
                  <a:lnTo>
                    <a:pt x="0" y="138112"/>
                  </a:lnTo>
                  <a:lnTo>
                    <a:pt x="656" y="124506"/>
                  </a:lnTo>
                  <a:lnTo>
                    <a:pt x="10512" y="85257"/>
                  </a:lnTo>
                  <a:lnTo>
                    <a:pt x="31296" y="50536"/>
                  </a:lnTo>
                  <a:lnTo>
                    <a:pt x="61366" y="23253"/>
                  </a:lnTo>
                  <a:lnTo>
                    <a:pt x="98080" y="5913"/>
                  </a:lnTo>
                  <a:lnTo>
                    <a:pt x="138112" y="0"/>
                  </a:lnTo>
                  <a:lnTo>
                    <a:pt x="947737" y="0"/>
                  </a:lnTo>
                  <a:lnTo>
                    <a:pt x="961342" y="657"/>
                  </a:lnTo>
                  <a:lnTo>
                    <a:pt x="974686" y="2628"/>
                  </a:lnTo>
                  <a:lnTo>
                    <a:pt x="987769" y="5913"/>
                  </a:lnTo>
                  <a:lnTo>
                    <a:pt x="997837" y="9524"/>
                  </a:lnTo>
                  <a:lnTo>
                    <a:pt x="129669" y="9524"/>
                  </a:lnTo>
                  <a:lnTo>
                    <a:pt x="121307" y="10348"/>
                  </a:lnTo>
                  <a:lnTo>
                    <a:pt x="81103" y="22544"/>
                  </a:lnTo>
                  <a:lnTo>
                    <a:pt x="41217" y="53157"/>
                  </a:lnTo>
                  <a:lnTo>
                    <a:pt x="16082" y="96704"/>
                  </a:lnTo>
                  <a:lnTo>
                    <a:pt x="9524" y="129669"/>
                  </a:lnTo>
                  <a:lnTo>
                    <a:pt x="9524" y="146555"/>
                  </a:lnTo>
                  <a:lnTo>
                    <a:pt x="22544" y="195121"/>
                  </a:lnTo>
                  <a:lnTo>
                    <a:pt x="53157" y="235007"/>
                  </a:lnTo>
                  <a:lnTo>
                    <a:pt x="96704" y="260142"/>
                  </a:lnTo>
                  <a:lnTo>
                    <a:pt x="129669" y="266699"/>
                  </a:lnTo>
                  <a:lnTo>
                    <a:pt x="997834" y="266699"/>
                  </a:lnTo>
                  <a:lnTo>
                    <a:pt x="987769" y="270310"/>
                  </a:lnTo>
                  <a:lnTo>
                    <a:pt x="974686" y="273596"/>
                  </a:lnTo>
                  <a:lnTo>
                    <a:pt x="961342" y="275567"/>
                  </a:lnTo>
                  <a:lnTo>
                    <a:pt x="947737" y="276224"/>
                  </a:lnTo>
                  <a:close/>
                </a:path>
                <a:path w="1085850" h="276225">
                  <a:moveTo>
                    <a:pt x="997834" y="266699"/>
                  </a:moveTo>
                  <a:lnTo>
                    <a:pt x="956180" y="266699"/>
                  </a:lnTo>
                  <a:lnTo>
                    <a:pt x="964542" y="265876"/>
                  </a:lnTo>
                  <a:lnTo>
                    <a:pt x="981104" y="262581"/>
                  </a:lnTo>
                  <a:lnTo>
                    <a:pt x="1026196" y="240338"/>
                  </a:lnTo>
                  <a:lnTo>
                    <a:pt x="1059344" y="202531"/>
                  </a:lnTo>
                  <a:lnTo>
                    <a:pt x="1075501" y="154917"/>
                  </a:lnTo>
                  <a:lnTo>
                    <a:pt x="1076324" y="146555"/>
                  </a:lnTo>
                  <a:lnTo>
                    <a:pt x="1076324" y="129669"/>
                  </a:lnTo>
                  <a:lnTo>
                    <a:pt x="1063305" y="81103"/>
                  </a:lnTo>
                  <a:lnTo>
                    <a:pt x="1032692" y="41217"/>
                  </a:lnTo>
                  <a:lnTo>
                    <a:pt x="989145" y="16081"/>
                  </a:lnTo>
                  <a:lnTo>
                    <a:pt x="956180" y="9524"/>
                  </a:lnTo>
                  <a:lnTo>
                    <a:pt x="997837" y="9524"/>
                  </a:lnTo>
                  <a:lnTo>
                    <a:pt x="1035312" y="31295"/>
                  </a:lnTo>
                  <a:lnTo>
                    <a:pt x="1062594" y="61365"/>
                  </a:lnTo>
                  <a:lnTo>
                    <a:pt x="1079935" y="98079"/>
                  </a:lnTo>
                  <a:lnTo>
                    <a:pt x="1085849" y="138112"/>
                  </a:lnTo>
                  <a:lnTo>
                    <a:pt x="1085192" y="151717"/>
                  </a:lnTo>
                  <a:lnTo>
                    <a:pt x="1075336" y="190965"/>
                  </a:lnTo>
                  <a:lnTo>
                    <a:pt x="1054553" y="225686"/>
                  </a:lnTo>
                  <a:lnTo>
                    <a:pt x="1024483" y="252969"/>
                  </a:lnTo>
                  <a:lnTo>
                    <a:pt x="1000590" y="265710"/>
                  </a:lnTo>
                  <a:lnTo>
                    <a:pt x="997834" y="266699"/>
                  </a:lnTo>
                  <a:close/>
                </a:path>
              </a:pathLst>
            </a:custGeom>
            <a:solidFill>
              <a:srgbClr val="4DD98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369889" y="7245998"/>
            <a:ext cx="787400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Dark</a:t>
            </a:r>
            <a:r>
              <a:rPr sz="1050" b="1" spc="-35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b="1" spc="-10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Theme</a:t>
            </a:r>
            <a:endParaRPr sz="10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476624" y="7210424"/>
            <a:ext cx="1343025" cy="276225"/>
            <a:chOff x="3476624" y="7210424"/>
            <a:chExt cx="1343025" cy="276225"/>
          </a:xfrm>
        </p:grpSpPr>
        <p:sp>
          <p:nvSpPr>
            <p:cNvPr id="23" name="object 23"/>
            <p:cNvSpPr/>
            <p:nvPr/>
          </p:nvSpPr>
          <p:spPr>
            <a:xfrm>
              <a:off x="3476624" y="7210424"/>
              <a:ext cx="1343025" cy="276225"/>
            </a:xfrm>
            <a:custGeom>
              <a:avLst/>
              <a:gdLst/>
              <a:ahLst/>
              <a:cxnLst/>
              <a:rect l="l" t="t" r="r" b="b"/>
              <a:pathLst>
                <a:path w="1343025" h="276225">
                  <a:moveTo>
                    <a:pt x="1204912" y="276224"/>
                  </a:moveTo>
                  <a:lnTo>
                    <a:pt x="138112" y="276224"/>
                  </a:lnTo>
                  <a:lnTo>
                    <a:pt x="124506" y="275567"/>
                  </a:lnTo>
                  <a:lnTo>
                    <a:pt x="85258" y="265710"/>
                  </a:lnTo>
                  <a:lnTo>
                    <a:pt x="50537" y="244927"/>
                  </a:lnTo>
                  <a:lnTo>
                    <a:pt x="23254" y="214857"/>
                  </a:lnTo>
                  <a:lnTo>
                    <a:pt x="5913" y="178143"/>
                  </a:lnTo>
                  <a:lnTo>
                    <a:pt x="0" y="138112"/>
                  </a:lnTo>
                  <a:lnTo>
                    <a:pt x="657" y="124506"/>
                  </a:lnTo>
                  <a:lnTo>
                    <a:pt x="10512" y="85257"/>
                  </a:lnTo>
                  <a:lnTo>
                    <a:pt x="31296" y="50536"/>
                  </a:lnTo>
                  <a:lnTo>
                    <a:pt x="61366" y="23253"/>
                  </a:lnTo>
                  <a:lnTo>
                    <a:pt x="98080" y="5913"/>
                  </a:lnTo>
                  <a:lnTo>
                    <a:pt x="138112" y="0"/>
                  </a:lnTo>
                  <a:lnTo>
                    <a:pt x="1204912" y="0"/>
                  </a:lnTo>
                  <a:lnTo>
                    <a:pt x="1244943" y="5913"/>
                  </a:lnTo>
                  <a:lnTo>
                    <a:pt x="1281657" y="23253"/>
                  </a:lnTo>
                  <a:lnTo>
                    <a:pt x="1311728" y="50536"/>
                  </a:lnTo>
                  <a:lnTo>
                    <a:pt x="1332510" y="85257"/>
                  </a:lnTo>
                  <a:lnTo>
                    <a:pt x="1342367" y="124506"/>
                  </a:lnTo>
                  <a:lnTo>
                    <a:pt x="1343024" y="138112"/>
                  </a:lnTo>
                  <a:lnTo>
                    <a:pt x="1342367" y="151717"/>
                  </a:lnTo>
                  <a:lnTo>
                    <a:pt x="1332510" y="190965"/>
                  </a:lnTo>
                  <a:lnTo>
                    <a:pt x="1311727" y="225686"/>
                  </a:lnTo>
                  <a:lnTo>
                    <a:pt x="1281657" y="252969"/>
                  </a:lnTo>
                  <a:lnTo>
                    <a:pt x="1244944" y="270310"/>
                  </a:lnTo>
                  <a:lnTo>
                    <a:pt x="1204912" y="276224"/>
                  </a:lnTo>
                  <a:close/>
                </a:path>
              </a:pathLst>
            </a:custGeom>
            <a:solidFill>
              <a:srgbClr val="F06449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476624" y="7210424"/>
              <a:ext cx="1343025" cy="276225"/>
            </a:xfrm>
            <a:custGeom>
              <a:avLst/>
              <a:gdLst/>
              <a:ahLst/>
              <a:cxnLst/>
              <a:rect l="l" t="t" r="r" b="b"/>
              <a:pathLst>
                <a:path w="1343025" h="276225">
                  <a:moveTo>
                    <a:pt x="1204912" y="276224"/>
                  </a:moveTo>
                  <a:lnTo>
                    <a:pt x="138112" y="276224"/>
                  </a:lnTo>
                  <a:lnTo>
                    <a:pt x="124506" y="275567"/>
                  </a:lnTo>
                  <a:lnTo>
                    <a:pt x="85258" y="265710"/>
                  </a:lnTo>
                  <a:lnTo>
                    <a:pt x="50537" y="244927"/>
                  </a:lnTo>
                  <a:lnTo>
                    <a:pt x="23254" y="214857"/>
                  </a:lnTo>
                  <a:lnTo>
                    <a:pt x="5913" y="178143"/>
                  </a:lnTo>
                  <a:lnTo>
                    <a:pt x="0" y="138112"/>
                  </a:lnTo>
                  <a:lnTo>
                    <a:pt x="657" y="124506"/>
                  </a:lnTo>
                  <a:lnTo>
                    <a:pt x="10512" y="85257"/>
                  </a:lnTo>
                  <a:lnTo>
                    <a:pt x="31296" y="50536"/>
                  </a:lnTo>
                  <a:lnTo>
                    <a:pt x="61366" y="23253"/>
                  </a:lnTo>
                  <a:lnTo>
                    <a:pt x="98080" y="5913"/>
                  </a:lnTo>
                  <a:lnTo>
                    <a:pt x="138112" y="0"/>
                  </a:lnTo>
                  <a:lnTo>
                    <a:pt x="1204912" y="0"/>
                  </a:lnTo>
                  <a:lnTo>
                    <a:pt x="1218517" y="657"/>
                  </a:lnTo>
                  <a:lnTo>
                    <a:pt x="1231861" y="2628"/>
                  </a:lnTo>
                  <a:lnTo>
                    <a:pt x="1244943" y="5913"/>
                  </a:lnTo>
                  <a:lnTo>
                    <a:pt x="1255011" y="9524"/>
                  </a:lnTo>
                  <a:lnTo>
                    <a:pt x="129669" y="9524"/>
                  </a:lnTo>
                  <a:lnTo>
                    <a:pt x="121307" y="10348"/>
                  </a:lnTo>
                  <a:lnTo>
                    <a:pt x="81103" y="22544"/>
                  </a:lnTo>
                  <a:lnTo>
                    <a:pt x="41217" y="53157"/>
                  </a:lnTo>
                  <a:lnTo>
                    <a:pt x="16082" y="96704"/>
                  </a:lnTo>
                  <a:lnTo>
                    <a:pt x="9524" y="129669"/>
                  </a:lnTo>
                  <a:lnTo>
                    <a:pt x="9524" y="146555"/>
                  </a:lnTo>
                  <a:lnTo>
                    <a:pt x="22544" y="195121"/>
                  </a:lnTo>
                  <a:lnTo>
                    <a:pt x="53157" y="235007"/>
                  </a:lnTo>
                  <a:lnTo>
                    <a:pt x="96704" y="260142"/>
                  </a:lnTo>
                  <a:lnTo>
                    <a:pt x="129669" y="266699"/>
                  </a:lnTo>
                  <a:lnTo>
                    <a:pt x="1255008" y="266699"/>
                  </a:lnTo>
                  <a:lnTo>
                    <a:pt x="1244944" y="270310"/>
                  </a:lnTo>
                  <a:lnTo>
                    <a:pt x="1231861" y="273596"/>
                  </a:lnTo>
                  <a:lnTo>
                    <a:pt x="1218517" y="275567"/>
                  </a:lnTo>
                  <a:lnTo>
                    <a:pt x="1204912" y="276224"/>
                  </a:lnTo>
                  <a:close/>
                </a:path>
                <a:path w="1343025" h="276225">
                  <a:moveTo>
                    <a:pt x="1255008" y="266699"/>
                  </a:moveTo>
                  <a:lnTo>
                    <a:pt x="1213355" y="266699"/>
                  </a:lnTo>
                  <a:lnTo>
                    <a:pt x="1221717" y="265876"/>
                  </a:lnTo>
                  <a:lnTo>
                    <a:pt x="1238279" y="262581"/>
                  </a:lnTo>
                  <a:lnTo>
                    <a:pt x="1283371" y="240338"/>
                  </a:lnTo>
                  <a:lnTo>
                    <a:pt x="1316519" y="202531"/>
                  </a:lnTo>
                  <a:lnTo>
                    <a:pt x="1332676" y="154917"/>
                  </a:lnTo>
                  <a:lnTo>
                    <a:pt x="1333499" y="146555"/>
                  </a:lnTo>
                  <a:lnTo>
                    <a:pt x="1333499" y="129669"/>
                  </a:lnTo>
                  <a:lnTo>
                    <a:pt x="1320480" y="81103"/>
                  </a:lnTo>
                  <a:lnTo>
                    <a:pt x="1289867" y="41217"/>
                  </a:lnTo>
                  <a:lnTo>
                    <a:pt x="1246320" y="16081"/>
                  </a:lnTo>
                  <a:lnTo>
                    <a:pt x="1213355" y="9524"/>
                  </a:lnTo>
                  <a:lnTo>
                    <a:pt x="1255011" y="9524"/>
                  </a:lnTo>
                  <a:lnTo>
                    <a:pt x="1292487" y="31295"/>
                  </a:lnTo>
                  <a:lnTo>
                    <a:pt x="1319769" y="61365"/>
                  </a:lnTo>
                  <a:lnTo>
                    <a:pt x="1337110" y="98079"/>
                  </a:lnTo>
                  <a:lnTo>
                    <a:pt x="1343024" y="138112"/>
                  </a:lnTo>
                  <a:lnTo>
                    <a:pt x="1342367" y="151717"/>
                  </a:lnTo>
                  <a:lnTo>
                    <a:pt x="1332510" y="190965"/>
                  </a:lnTo>
                  <a:lnTo>
                    <a:pt x="1311728" y="225686"/>
                  </a:lnTo>
                  <a:lnTo>
                    <a:pt x="1281657" y="252969"/>
                  </a:lnTo>
                  <a:lnTo>
                    <a:pt x="1257765" y="265710"/>
                  </a:lnTo>
                  <a:lnTo>
                    <a:pt x="1255008" y="266699"/>
                  </a:lnTo>
                  <a:close/>
                </a:path>
              </a:pathLst>
            </a:custGeom>
            <a:solidFill>
              <a:srgbClr val="F06449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630463" y="7245998"/>
            <a:ext cx="1040130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dirty="0">
                <a:solidFill>
                  <a:srgbClr val="F0644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Interactive</a:t>
            </a:r>
            <a:r>
              <a:rPr sz="1050" b="1" spc="60" dirty="0">
                <a:solidFill>
                  <a:srgbClr val="F0644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b="1" spc="-20" dirty="0">
                <a:solidFill>
                  <a:srgbClr val="F0644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Tabs</a:t>
            </a:r>
            <a:endParaRPr sz="10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991099" y="7210424"/>
            <a:ext cx="1285875" cy="276225"/>
            <a:chOff x="4991099" y="7210424"/>
            <a:chExt cx="1285875" cy="276225"/>
          </a:xfrm>
        </p:grpSpPr>
        <p:sp>
          <p:nvSpPr>
            <p:cNvPr id="27" name="object 27"/>
            <p:cNvSpPr/>
            <p:nvPr/>
          </p:nvSpPr>
          <p:spPr>
            <a:xfrm>
              <a:off x="4991099" y="7210424"/>
              <a:ext cx="1285875" cy="276225"/>
            </a:xfrm>
            <a:custGeom>
              <a:avLst/>
              <a:gdLst/>
              <a:ahLst/>
              <a:cxnLst/>
              <a:rect l="l" t="t" r="r" b="b"/>
              <a:pathLst>
                <a:path w="1285875" h="276225">
                  <a:moveTo>
                    <a:pt x="1147762" y="276224"/>
                  </a:moveTo>
                  <a:lnTo>
                    <a:pt x="138112" y="276224"/>
                  </a:lnTo>
                  <a:lnTo>
                    <a:pt x="124506" y="275567"/>
                  </a:lnTo>
                  <a:lnTo>
                    <a:pt x="85258" y="265710"/>
                  </a:lnTo>
                  <a:lnTo>
                    <a:pt x="50536" y="244927"/>
                  </a:lnTo>
                  <a:lnTo>
                    <a:pt x="23253" y="214857"/>
                  </a:lnTo>
                  <a:lnTo>
                    <a:pt x="5912" y="178143"/>
                  </a:lnTo>
                  <a:lnTo>
                    <a:pt x="0" y="138112"/>
                  </a:lnTo>
                  <a:lnTo>
                    <a:pt x="656" y="124506"/>
                  </a:lnTo>
                  <a:lnTo>
                    <a:pt x="10512" y="85257"/>
                  </a:lnTo>
                  <a:lnTo>
                    <a:pt x="31295" y="50536"/>
                  </a:lnTo>
                  <a:lnTo>
                    <a:pt x="61365" y="23253"/>
                  </a:lnTo>
                  <a:lnTo>
                    <a:pt x="98079" y="5913"/>
                  </a:lnTo>
                  <a:lnTo>
                    <a:pt x="138112" y="0"/>
                  </a:lnTo>
                  <a:lnTo>
                    <a:pt x="1147762" y="0"/>
                  </a:lnTo>
                  <a:lnTo>
                    <a:pt x="1187793" y="5913"/>
                  </a:lnTo>
                  <a:lnTo>
                    <a:pt x="1224507" y="23253"/>
                  </a:lnTo>
                  <a:lnTo>
                    <a:pt x="1254577" y="50536"/>
                  </a:lnTo>
                  <a:lnTo>
                    <a:pt x="1275360" y="85257"/>
                  </a:lnTo>
                  <a:lnTo>
                    <a:pt x="1285217" y="124506"/>
                  </a:lnTo>
                  <a:lnTo>
                    <a:pt x="1285874" y="138112"/>
                  </a:lnTo>
                  <a:lnTo>
                    <a:pt x="1285217" y="151717"/>
                  </a:lnTo>
                  <a:lnTo>
                    <a:pt x="1275360" y="190965"/>
                  </a:lnTo>
                  <a:lnTo>
                    <a:pt x="1254577" y="225686"/>
                  </a:lnTo>
                  <a:lnTo>
                    <a:pt x="1224507" y="252969"/>
                  </a:lnTo>
                  <a:lnTo>
                    <a:pt x="1187794" y="270310"/>
                  </a:lnTo>
                  <a:lnTo>
                    <a:pt x="1147762" y="276224"/>
                  </a:lnTo>
                  <a:close/>
                </a:path>
              </a:pathLst>
            </a:custGeom>
            <a:solidFill>
              <a:srgbClr val="F0BF40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991099" y="7210424"/>
              <a:ext cx="1285875" cy="276225"/>
            </a:xfrm>
            <a:custGeom>
              <a:avLst/>
              <a:gdLst/>
              <a:ahLst/>
              <a:cxnLst/>
              <a:rect l="l" t="t" r="r" b="b"/>
              <a:pathLst>
                <a:path w="1285875" h="276225">
                  <a:moveTo>
                    <a:pt x="1147762" y="276224"/>
                  </a:moveTo>
                  <a:lnTo>
                    <a:pt x="138112" y="276224"/>
                  </a:lnTo>
                  <a:lnTo>
                    <a:pt x="124506" y="275567"/>
                  </a:lnTo>
                  <a:lnTo>
                    <a:pt x="85258" y="265710"/>
                  </a:lnTo>
                  <a:lnTo>
                    <a:pt x="50536" y="244927"/>
                  </a:lnTo>
                  <a:lnTo>
                    <a:pt x="23253" y="214857"/>
                  </a:lnTo>
                  <a:lnTo>
                    <a:pt x="5912" y="178143"/>
                  </a:lnTo>
                  <a:lnTo>
                    <a:pt x="0" y="138112"/>
                  </a:lnTo>
                  <a:lnTo>
                    <a:pt x="656" y="124506"/>
                  </a:lnTo>
                  <a:lnTo>
                    <a:pt x="10512" y="85257"/>
                  </a:lnTo>
                  <a:lnTo>
                    <a:pt x="31295" y="50536"/>
                  </a:lnTo>
                  <a:lnTo>
                    <a:pt x="61365" y="23253"/>
                  </a:lnTo>
                  <a:lnTo>
                    <a:pt x="98079" y="5913"/>
                  </a:lnTo>
                  <a:lnTo>
                    <a:pt x="138112" y="0"/>
                  </a:lnTo>
                  <a:lnTo>
                    <a:pt x="1147762" y="0"/>
                  </a:lnTo>
                  <a:lnTo>
                    <a:pt x="1161367" y="657"/>
                  </a:lnTo>
                  <a:lnTo>
                    <a:pt x="1174711" y="2628"/>
                  </a:lnTo>
                  <a:lnTo>
                    <a:pt x="1187793" y="5913"/>
                  </a:lnTo>
                  <a:lnTo>
                    <a:pt x="1197861" y="9524"/>
                  </a:lnTo>
                  <a:lnTo>
                    <a:pt x="129669" y="9524"/>
                  </a:lnTo>
                  <a:lnTo>
                    <a:pt x="121307" y="10348"/>
                  </a:lnTo>
                  <a:lnTo>
                    <a:pt x="81103" y="22544"/>
                  </a:lnTo>
                  <a:lnTo>
                    <a:pt x="41217" y="53157"/>
                  </a:lnTo>
                  <a:lnTo>
                    <a:pt x="16081" y="96704"/>
                  </a:lnTo>
                  <a:lnTo>
                    <a:pt x="9524" y="129669"/>
                  </a:lnTo>
                  <a:lnTo>
                    <a:pt x="9524" y="146555"/>
                  </a:lnTo>
                  <a:lnTo>
                    <a:pt x="22544" y="195121"/>
                  </a:lnTo>
                  <a:lnTo>
                    <a:pt x="53157" y="235007"/>
                  </a:lnTo>
                  <a:lnTo>
                    <a:pt x="96704" y="260142"/>
                  </a:lnTo>
                  <a:lnTo>
                    <a:pt x="129669" y="266699"/>
                  </a:lnTo>
                  <a:lnTo>
                    <a:pt x="1197858" y="266699"/>
                  </a:lnTo>
                  <a:lnTo>
                    <a:pt x="1187794" y="270310"/>
                  </a:lnTo>
                  <a:lnTo>
                    <a:pt x="1174711" y="273596"/>
                  </a:lnTo>
                  <a:lnTo>
                    <a:pt x="1161367" y="275567"/>
                  </a:lnTo>
                  <a:lnTo>
                    <a:pt x="1147762" y="276224"/>
                  </a:lnTo>
                  <a:close/>
                </a:path>
                <a:path w="1285875" h="276225">
                  <a:moveTo>
                    <a:pt x="1197858" y="266699"/>
                  </a:moveTo>
                  <a:lnTo>
                    <a:pt x="1156205" y="266699"/>
                  </a:lnTo>
                  <a:lnTo>
                    <a:pt x="1164567" y="265876"/>
                  </a:lnTo>
                  <a:lnTo>
                    <a:pt x="1181129" y="262581"/>
                  </a:lnTo>
                  <a:lnTo>
                    <a:pt x="1226221" y="240338"/>
                  </a:lnTo>
                  <a:lnTo>
                    <a:pt x="1259369" y="202531"/>
                  </a:lnTo>
                  <a:lnTo>
                    <a:pt x="1275526" y="154917"/>
                  </a:lnTo>
                  <a:lnTo>
                    <a:pt x="1276349" y="146555"/>
                  </a:lnTo>
                  <a:lnTo>
                    <a:pt x="1276349" y="129669"/>
                  </a:lnTo>
                  <a:lnTo>
                    <a:pt x="1263330" y="81103"/>
                  </a:lnTo>
                  <a:lnTo>
                    <a:pt x="1232717" y="41217"/>
                  </a:lnTo>
                  <a:lnTo>
                    <a:pt x="1189169" y="16081"/>
                  </a:lnTo>
                  <a:lnTo>
                    <a:pt x="1156205" y="9524"/>
                  </a:lnTo>
                  <a:lnTo>
                    <a:pt x="1197861" y="9524"/>
                  </a:lnTo>
                  <a:lnTo>
                    <a:pt x="1235337" y="31295"/>
                  </a:lnTo>
                  <a:lnTo>
                    <a:pt x="1262619" y="61365"/>
                  </a:lnTo>
                  <a:lnTo>
                    <a:pt x="1279960" y="98079"/>
                  </a:lnTo>
                  <a:lnTo>
                    <a:pt x="1285874" y="138112"/>
                  </a:lnTo>
                  <a:lnTo>
                    <a:pt x="1285217" y="151717"/>
                  </a:lnTo>
                  <a:lnTo>
                    <a:pt x="1275360" y="190965"/>
                  </a:lnTo>
                  <a:lnTo>
                    <a:pt x="1254577" y="225686"/>
                  </a:lnTo>
                  <a:lnTo>
                    <a:pt x="1224507" y="252969"/>
                  </a:lnTo>
                  <a:lnTo>
                    <a:pt x="1200615" y="265710"/>
                  </a:lnTo>
                  <a:lnTo>
                    <a:pt x="1197858" y="266699"/>
                  </a:lnTo>
                  <a:close/>
                </a:path>
              </a:pathLst>
            </a:custGeom>
            <a:solidFill>
              <a:srgbClr val="F0BF4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144342" y="7245998"/>
            <a:ext cx="977900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F0BF4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Animated</a:t>
            </a:r>
            <a:r>
              <a:rPr sz="1050" b="1" dirty="0">
                <a:solidFill>
                  <a:srgbClr val="F0BF4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b="1" spc="-20" dirty="0">
                <a:solidFill>
                  <a:srgbClr val="F0BF4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sz="10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448424" y="7210424"/>
            <a:ext cx="1181100" cy="276225"/>
            <a:chOff x="6448424" y="7210424"/>
            <a:chExt cx="1181100" cy="276225"/>
          </a:xfrm>
        </p:grpSpPr>
        <p:sp>
          <p:nvSpPr>
            <p:cNvPr id="31" name="object 31"/>
            <p:cNvSpPr/>
            <p:nvPr/>
          </p:nvSpPr>
          <p:spPr>
            <a:xfrm>
              <a:off x="6448424" y="7210424"/>
              <a:ext cx="1181100" cy="276225"/>
            </a:xfrm>
            <a:custGeom>
              <a:avLst/>
              <a:gdLst/>
              <a:ahLst/>
              <a:cxnLst/>
              <a:rect l="l" t="t" r="r" b="b"/>
              <a:pathLst>
                <a:path w="1181100" h="276225">
                  <a:moveTo>
                    <a:pt x="1042987" y="276224"/>
                  </a:moveTo>
                  <a:lnTo>
                    <a:pt x="138112" y="276224"/>
                  </a:lnTo>
                  <a:lnTo>
                    <a:pt x="124506" y="275567"/>
                  </a:lnTo>
                  <a:lnTo>
                    <a:pt x="85258" y="265710"/>
                  </a:lnTo>
                  <a:lnTo>
                    <a:pt x="50536" y="244927"/>
                  </a:lnTo>
                  <a:lnTo>
                    <a:pt x="23253" y="214857"/>
                  </a:lnTo>
                  <a:lnTo>
                    <a:pt x="5912" y="178143"/>
                  </a:lnTo>
                  <a:lnTo>
                    <a:pt x="0" y="138112"/>
                  </a:lnTo>
                  <a:lnTo>
                    <a:pt x="656" y="124506"/>
                  </a:lnTo>
                  <a:lnTo>
                    <a:pt x="10512" y="85257"/>
                  </a:lnTo>
                  <a:lnTo>
                    <a:pt x="31295" y="50536"/>
                  </a:lnTo>
                  <a:lnTo>
                    <a:pt x="61365" y="23253"/>
                  </a:lnTo>
                  <a:lnTo>
                    <a:pt x="98079" y="5913"/>
                  </a:lnTo>
                  <a:lnTo>
                    <a:pt x="138112" y="0"/>
                  </a:lnTo>
                  <a:lnTo>
                    <a:pt x="1042987" y="0"/>
                  </a:lnTo>
                  <a:lnTo>
                    <a:pt x="1083017" y="5913"/>
                  </a:lnTo>
                  <a:lnTo>
                    <a:pt x="1119732" y="23253"/>
                  </a:lnTo>
                  <a:lnTo>
                    <a:pt x="1149802" y="50536"/>
                  </a:lnTo>
                  <a:lnTo>
                    <a:pt x="1170585" y="85257"/>
                  </a:lnTo>
                  <a:lnTo>
                    <a:pt x="1180442" y="124506"/>
                  </a:lnTo>
                  <a:lnTo>
                    <a:pt x="1181099" y="138112"/>
                  </a:lnTo>
                  <a:lnTo>
                    <a:pt x="1180442" y="151717"/>
                  </a:lnTo>
                  <a:lnTo>
                    <a:pt x="1170585" y="190965"/>
                  </a:lnTo>
                  <a:lnTo>
                    <a:pt x="1149802" y="225686"/>
                  </a:lnTo>
                  <a:lnTo>
                    <a:pt x="1119732" y="252969"/>
                  </a:lnTo>
                  <a:lnTo>
                    <a:pt x="1083017" y="270310"/>
                  </a:lnTo>
                  <a:lnTo>
                    <a:pt x="1042987" y="276224"/>
                  </a:lnTo>
                  <a:close/>
                </a:path>
              </a:pathLst>
            </a:custGeom>
            <a:solidFill>
              <a:srgbClr val="A06FF0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6448424" y="7210424"/>
              <a:ext cx="1181100" cy="276225"/>
            </a:xfrm>
            <a:custGeom>
              <a:avLst/>
              <a:gdLst/>
              <a:ahLst/>
              <a:cxnLst/>
              <a:rect l="l" t="t" r="r" b="b"/>
              <a:pathLst>
                <a:path w="1181100" h="276225">
                  <a:moveTo>
                    <a:pt x="1042987" y="276224"/>
                  </a:moveTo>
                  <a:lnTo>
                    <a:pt x="138112" y="276224"/>
                  </a:lnTo>
                  <a:lnTo>
                    <a:pt x="124506" y="275567"/>
                  </a:lnTo>
                  <a:lnTo>
                    <a:pt x="85258" y="265710"/>
                  </a:lnTo>
                  <a:lnTo>
                    <a:pt x="50536" y="244927"/>
                  </a:lnTo>
                  <a:lnTo>
                    <a:pt x="23253" y="214857"/>
                  </a:lnTo>
                  <a:lnTo>
                    <a:pt x="5912" y="178143"/>
                  </a:lnTo>
                  <a:lnTo>
                    <a:pt x="0" y="138112"/>
                  </a:lnTo>
                  <a:lnTo>
                    <a:pt x="656" y="124506"/>
                  </a:lnTo>
                  <a:lnTo>
                    <a:pt x="10512" y="85257"/>
                  </a:lnTo>
                  <a:lnTo>
                    <a:pt x="31295" y="50536"/>
                  </a:lnTo>
                  <a:lnTo>
                    <a:pt x="61365" y="23253"/>
                  </a:lnTo>
                  <a:lnTo>
                    <a:pt x="98079" y="5913"/>
                  </a:lnTo>
                  <a:lnTo>
                    <a:pt x="138112" y="0"/>
                  </a:lnTo>
                  <a:lnTo>
                    <a:pt x="1042987" y="0"/>
                  </a:lnTo>
                  <a:lnTo>
                    <a:pt x="1056592" y="657"/>
                  </a:lnTo>
                  <a:lnTo>
                    <a:pt x="1069935" y="2628"/>
                  </a:lnTo>
                  <a:lnTo>
                    <a:pt x="1083017" y="5913"/>
                  </a:lnTo>
                  <a:lnTo>
                    <a:pt x="1093085" y="9524"/>
                  </a:lnTo>
                  <a:lnTo>
                    <a:pt x="129669" y="9524"/>
                  </a:lnTo>
                  <a:lnTo>
                    <a:pt x="121307" y="10348"/>
                  </a:lnTo>
                  <a:lnTo>
                    <a:pt x="81103" y="22544"/>
                  </a:lnTo>
                  <a:lnTo>
                    <a:pt x="41217" y="53157"/>
                  </a:lnTo>
                  <a:lnTo>
                    <a:pt x="16081" y="96704"/>
                  </a:lnTo>
                  <a:lnTo>
                    <a:pt x="9524" y="129669"/>
                  </a:lnTo>
                  <a:lnTo>
                    <a:pt x="9524" y="146555"/>
                  </a:lnTo>
                  <a:lnTo>
                    <a:pt x="22544" y="195121"/>
                  </a:lnTo>
                  <a:lnTo>
                    <a:pt x="53157" y="235007"/>
                  </a:lnTo>
                  <a:lnTo>
                    <a:pt x="96704" y="260142"/>
                  </a:lnTo>
                  <a:lnTo>
                    <a:pt x="129669" y="266699"/>
                  </a:lnTo>
                  <a:lnTo>
                    <a:pt x="1093082" y="266699"/>
                  </a:lnTo>
                  <a:lnTo>
                    <a:pt x="1083017" y="270310"/>
                  </a:lnTo>
                  <a:lnTo>
                    <a:pt x="1069935" y="273596"/>
                  </a:lnTo>
                  <a:lnTo>
                    <a:pt x="1056592" y="275567"/>
                  </a:lnTo>
                  <a:lnTo>
                    <a:pt x="1042987" y="276224"/>
                  </a:lnTo>
                  <a:close/>
                </a:path>
                <a:path w="1181100" h="276225">
                  <a:moveTo>
                    <a:pt x="1093082" y="266699"/>
                  </a:moveTo>
                  <a:lnTo>
                    <a:pt x="1051430" y="266699"/>
                  </a:lnTo>
                  <a:lnTo>
                    <a:pt x="1059792" y="265876"/>
                  </a:lnTo>
                  <a:lnTo>
                    <a:pt x="1076354" y="262581"/>
                  </a:lnTo>
                  <a:lnTo>
                    <a:pt x="1121446" y="240338"/>
                  </a:lnTo>
                  <a:lnTo>
                    <a:pt x="1154594" y="202531"/>
                  </a:lnTo>
                  <a:lnTo>
                    <a:pt x="1170751" y="154917"/>
                  </a:lnTo>
                  <a:lnTo>
                    <a:pt x="1171574" y="146555"/>
                  </a:lnTo>
                  <a:lnTo>
                    <a:pt x="1171574" y="129669"/>
                  </a:lnTo>
                  <a:lnTo>
                    <a:pt x="1158555" y="81103"/>
                  </a:lnTo>
                  <a:lnTo>
                    <a:pt x="1127942" y="41217"/>
                  </a:lnTo>
                  <a:lnTo>
                    <a:pt x="1084395" y="16081"/>
                  </a:lnTo>
                  <a:lnTo>
                    <a:pt x="1051430" y="9524"/>
                  </a:lnTo>
                  <a:lnTo>
                    <a:pt x="1093085" y="9524"/>
                  </a:lnTo>
                  <a:lnTo>
                    <a:pt x="1130561" y="31295"/>
                  </a:lnTo>
                  <a:lnTo>
                    <a:pt x="1157844" y="61365"/>
                  </a:lnTo>
                  <a:lnTo>
                    <a:pt x="1175185" y="98079"/>
                  </a:lnTo>
                  <a:lnTo>
                    <a:pt x="1181099" y="138112"/>
                  </a:lnTo>
                  <a:lnTo>
                    <a:pt x="1180442" y="151717"/>
                  </a:lnTo>
                  <a:lnTo>
                    <a:pt x="1170585" y="190965"/>
                  </a:lnTo>
                  <a:lnTo>
                    <a:pt x="1149802" y="225686"/>
                  </a:lnTo>
                  <a:lnTo>
                    <a:pt x="1119732" y="252969"/>
                  </a:lnTo>
                  <a:lnTo>
                    <a:pt x="1095839" y="265710"/>
                  </a:lnTo>
                  <a:lnTo>
                    <a:pt x="1093082" y="266699"/>
                  </a:lnTo>
                  <a:close/>
                </a:path>
              </a:pathLst>
            </a:custGeom>
            <a:solidFill>
              <a:srgbClr val="A06FF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595863" y="7245998"/>
            <a:ext cx="887730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A06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</a:t>
            </a:r>
            <a:r>
              <a:rPr sz="1050" b="1" dirty="0">
                <a:solidFill>
                  <a:srgbClr val="A06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</a:t>
            </a:r>
            <a:r>
              <a:rPr sz="1050" b="1" spc="40" dirty="0">
                <a:solidFill>
                  <a:srgbClr val="A06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050" b="1" spc="-10" dirty="0">
                <a:solidFill>
                  <a:srgbClr val="A06F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Trajectory</a:t>
            </a:r>
            <a:endParaRPr sz="10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398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14630398" y="0"/>
                </a:lnTo>
                <a:lnTo>
                  <a:pt x="14630398" y="8229599"/>
                </a:lnTo>
                <a:close/>
              </a:path>
            </a:pathLst>
          </a:custGeom>
          <a:solidFill>
            <a:srgbClr val="0A0A0F"/>
          </a:solidFill>
        </p:spPr>
        <p:txBody>
          <a:bodyPr wrap="square" lIns="0" tIns="0" rIns="0" bIns="0" rtlCol="0"/>
          <a:lstStyle/>
          <a:p>
            <a:endParaRPr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842399"/>
            <a:ext cx="7124700" cy="4387215"/>
            <a:chOff x="0" y="3842399"/>
            <a:chExt cx="7124700" cy="4387215"/>
          </a:xfrm>
        </p:grpSpPr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842399"/>
              <a:ext cx="4576176" cy="4387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5940777"/>
              <a:ext cx="4576176" cy="228882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1987" y="4876799"/>
              <a:ext cx="6362700" cy="809625"/>
            </a:xfrm>
            <a:custGeom>
              <a:avLst/>
              <a:gdLst/>
              <a:ahLst/>
              <a:cxnLst/>
              <a:rect l="l" t="t" r="r" b="b"/>
              <a:pathLst>
                <a:path w="6362700" h="809625">
                  <a:moveTo>
                    <a:pt x="6362700" y="800100"/>
                  </a:moveTo>
                  <a:lnTo>
                    <a:pt x="0" y="800100"/>
                  </a:lnTo>
                  <a:lnTo>
                    <a:pt x="0" y="809625"/>
                  </a:lnTo>
                  <a:lnTo>
                    <a:pt x="6362700" y="809625"/>
                  </a:lnTo>
                  <a:lnTo>
                    <a:pt x="6362700" y="800100"/>
                  </a:lnTo>
                  <a:close/>
                </a:path>
                <a:path w="6362700" h="809625">
                  <a:moveTo>
                    <a:pt x="6362700" y="400050"/>
                  </a:moveTo>
                  <a:lnTo>
                    <a:pt x="0" y="400050"/>
                  </a:lnTo>
                  <a:lnTo>
                    <a:pt x="0" y="409575"/>
                  </a:lnTo>
                  <a:lnTo>
                    <a:pt x="6362700" y="409575"/>
                  </a:lnTo>
                  <a:lnTo>
                    <a:pt x="6362700" y="400050"/>
                  </a:lnTo>
                  <a:close/>
                </a:path>
                <a:path w="6362700" h="809625">
                  <a:moveTo>
                    <a:pt x="63627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6362700" y="9525"/>
                  </a:lnTo>
                  <a:lnTo>
                    <a:pt x="6362700" y="0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pc="-20" dirty="0">
                <a:latin typeface="Helvetica" panose="020B0604020202020204" pitchFamily="34" charset="0"/>
                <a:cs typeface="Helvetica" panose="020B0604020202020204" pitchFamily="34" charset="0"/>
              </a:rPr>
              <a:t>DEMO</a:t>
            </a: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3350" spc="-254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Live</a:t>
            </a:r>
            <a:r>
              <a:rPr sz="3350" spc="-36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350" spc="-31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Demo</a:t>
            </a:r>
            <a:r>
              <a:rPr sz="3350" spc="-35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050" spc="-11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&amp;</a:t>
            </a:r>
            <a:r>
              <a:rPr sz="3050" spc="-40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350" spc="-29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Execution</a:t>
            </a:r>
            <a:endParaRPr sz="33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749299" y="3692162"/>
            <a:ext cx="6141720" cy="19278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3600"/>
              </a:lnSpc>
              <a:spcBef>
                <a:spcPts val="90"/>
              </a:spcBef>
            </a:pP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Watch</a:t>
            </a:r>
            <a:r>
              <a:rPr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 FitSense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AI</a:t>
            </a:r>
            <a:r>
              <a:rPr spc="9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app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in</a:t>
            </a:r>
            <a:r>
              <a:rPr spc="3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action,</a:t>
            </a:r>
            <a:r>
              <a:rPr spc="8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processing</a:t>
            </a:r>
            <a:r>
              <a:rPr spc="2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real-time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sensor</a:t>
            </a:r>
            <a:r>
              <a:rPr spc="-2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pc="35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25" dirty="0">
                <a:latin typeface="Helvetica" panose="020B0604020202020204" pitchFamily="34" charset="0"/>
                <a:cs typeface="Helvetica" panose="020B0604020202020204" pitchFamily="34" charset="0"/>
              </a:rPr>
              <a:t>and </a:t>
            </a:r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displaying</a:t>
            </a:r>
            <a:r>
              <a:rPr spc="9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pc="-10" dirty="0">
                <a:latin typeface="Helvetica" panose="020B0604020202020204" pitchFamily="34" charset="0"/>
                <a:cs typeface="Helvetica" panose="020B0604020202020204" pitchFamily="34" charset="0"/>
              </a:rPr>
              <a:t>analytics.</a:t>
            </a: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 </a:t>
            </a:r>
            <a:r>
              <a:rPr sz="1350" spc="-2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Real</a:t>
            </a:r>
            <a:r>
              <a:rPr sz="1300" spc="-2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time</a:t>
            </a:r>
            <a:r>
              <a:rPr sz="1350" spc="3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activity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recognition</a:t>
            </a:r>
            <a:endParaRPr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25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r>
              <a:rPr sz="1250" b="1" spc="-6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Live</a:t>
            </a:r>
            <a:r>
              <a:rPr sz="1350" spc="-4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step</a:t>
            </a:r>
            <a:r>
              <a:rPr sz="1350" spc="-4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counting </a:t>
            </a:r>
            <a:r>
              <a:rPr sz="130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&amp;</a:t>
            </a:r>
            <a:r>
              <a:rPr sz="1300" spc="-8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calorie</a:t>
            </a:r>
            <a:r>
              <a:rPr sz="1350" spc="-4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estimation</a:t>
            </a:r>
            <a:endParaRPr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25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→</a:t>
            </a:r>
            <a:r>
              <a:rPr sz="1250" b="1" spc="-9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Interactive</a:t>
            </a:r>
            <a:r>
              <a:rPr sz="1350" spc="-75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</a:t>
            </a:r>
            <a:r>
              <a:rPr sz="1350" spc="-3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-10" dirty="0">
                <a:solidFill>
                  <a:srgbClr val="BFBFD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visualization</a:t>
            </a:r>
            <a:endParaRPr sz="1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7" name="demo_video">
            <a:hlinkClick r:id="" action="ppaction://media"/>
            <a:extLst>
              <a:ext uri="{FF2B5EF4-FFF2-40B4-BE49-F238E27FC236}">
                <a16:creationId xmlns:a16="http://schemas.microsoft.com/office/drawing/2014/main" id="{2B74F495-255C-C696-96BB-E5BDB189721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986243" y="2086215"/>
            <a:ext cx="7548933" cy="4246275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balanced" dir="t"/>
          </a:scene3d>
          <a:sp3d prstMaterial="softEdge">
            <a:bevelT w="203200" h="101600" prst="cross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982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300" y="1197533"/>
            <a:ext cx="3312795" cy="86296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700" b="1" spc="-160" dirty="0">
                <a:solidFill>
                  <a:srgbClr val="A0A0B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r>
              <a:rPr sz="1700" b="1" spc="-80" dirty="0">
                <a:solidFill>
                  <a:srgbClr val="A0A0B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650" b="1" spc="-90" dirty="0">
                <a:solidFill>
                  <a:srgbClr val="A0A0B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&amp;</a:t>
            </a:r>
            <a:r>
              <a:rPr sz="1650" b="1" spc="-130" dirty="0">
                <a:solidFill>
                  <a:srgbClr val="A0A0B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700" b="1" spc="-10" dirty="0">
                <a:solidFill>
                  <a:srgbClr val="A0A0B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IMPACT</a:t>
            </a:r>
            <a:endParaRPr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3350" b="1" spc="-260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Workout</a:t>
            </a:r>
            <a:r>
              <a:rPr sz="3350" b="1" spc="-34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350" b="1" spc="-285" dirty="0">
                <a:solidFill>
                  <a:srgbClr val="E7E7F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Summary</a:t>
            </a:r>
            <a:endParaRPr sz="33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9300" y="2428518"/>
            <a:ext cx="2830195" cy="86423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R="46990" algn="ctr">
              <a:lnSpc>
                <a:spcPct val="100000"/>
              </a:lnSpc>
              <a:spcBef>
                <a:spcPts val="725"/>
              </a:spcBef>
              <a:tabLst>
                <a:tab pos="1457960" algn="l"/>
              </a:tabLst>
            </a:pPr>
            <a:r>
              <a:rPr sz="3550" b="1" spc="-2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601</a:t>
            </a:r>
            <a:r>
              <a:rPr sz="3550" b="1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sz="3550" b="1" spc="-10" dirty="0">
                <a:solidFill>
                  <a:srgbClr val="F0644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119.5</a:t>
            </a:r>
            <a:endParaRPr sz="35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  <a:tabLst>
                <a:tab pos="1375410" algn="l"/>
              </a:tabLst>
            </a:pPr>
            <a:r>
              <a:rPr sz="115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Steps</a:t>
            </a:r>
            <a:r>
              <a:rPr sz="1150" spc="-4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5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Detected</a:t>
            </a:r>
            <a:r>
              <a:rPr sz="115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sz="115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Calories</a:t>
            </a:r>
            <a:r>
              <a:rPr sz="1150" spc="-6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15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Burned</a:t>
            </a:r>
            <a:r>
              <a:rPr sz="1150" spc="-4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5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sz="115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kcal</a:t>
            </a:r>
            <a:r>
              <a:rPr sz="125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endParaRPr sz="12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6276" y="2428518"/>
            <a:ext cx="1166495" cy="86423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7940" algn="ctr">
              <a:lnSpc>
                <a:spcPct val="100000"/>
              </a:lnSpc>
              <a:spcBef>
                <a:spcPts val="725"/>
              </a:spcBef>
            </a:pPr>
            <a:r>
              <a:rPr sz="3550" b="1" spc="-25" dirty="0">
                <a:solidFill>
                  <a:srgbClr val="4DD98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513</a:t>
            </a:r>
            <a:endParaRPr sz="35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sz="115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Distance</a:t>
            </a:r>
            <a:r>
              <a:rPr sz="1150" spc="-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5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sz="115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meters</a:t>
            </a:r>
            <a:r>
              <a:rPr sz="125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endParaRPr sz="12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0099" y="2428518"/>
            <a:ext cx="937260" cy="86423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725"/>
              </a:spcBef>
            </a:pPr>
            <a:r>
              <a:rPr sz="3550" b="1" spc="-25" dirty="0">
                <a:solidFill>
                  <a:srgbClr val="F0BF4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6.1</a:t>
            </a:r>
            <a:endParaRPr sz="355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sz="115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Duration</a:t>
            </a:r>
            <a:r>
              <a:rPr sz="1150" spc="-85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25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sz="115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min</a:t>
            </a:r>
            <a:r>
              <a:rPr sz="1250" spc="-10" dirty="0">
                <a:solidFill>
                  <a:srgbClr val="8787A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endParaRPr sz="12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2312" y="3505200"/>
            <a:ext cx="8462389" cy="2214709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sz="230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sz="250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'</a:t>
            </a:r>
            <a:r>
              <a:rPr sz="230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r>
              <a:rPr sz="2300" spc="-1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30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equivalent</a:t>
            </a:r>
            <a:r>
              <a:rPr sz="2300" spc="-4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2300" spc="-2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sz="2500" spc="-2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...</a:t>
            </a:r>
            <a:endParaRPr sz="25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1775"/>
              </a:spcBef>
              <a:tabLst>
                <a:tab pos="3757929" algn="l"/>
              </a:tabLst>
            </a:pPr>
            <a:r>
              <a:rPr sz="3950" spc="-815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🍌</a:t>
            </a:r>
            <a:r>
              <a:rPr sz="3950" spc="26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800" b="1" spc="-430" dirty="0">
                <a:solidFill>
                  <a:srgbClr val="F0BF4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1.1</a:t>
            </a:r>
            <a:r>
              <a:rPr sz="3800" b="1" spc="35" dirty="0">
                <a:solidFill>
                  <a:srgbClr val="F0BF4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850" spc="-1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bananas</a:t>
            </a:r>
            <a:r>
              <a:rPr sz="38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endParaRPr lang="en-GB" sz="3850" dirty="0">
              <a:solidFill>
                <a:srgbClr val="B0B0BF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1775"/>
              </a:spcBef>
              <a:tabLst>
                <a:tab pos="3757929" algn="l"/>
              </a:tabLst>
            </a:pPr>
            <a:r>
              <a:rPr sz="39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🍕</a:t>
            </a:r>
            <a:r>
              <a:rPr sz="3950" spc="55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600" b="1" spc="290" dirty="0">
                <a:solidFill>
                  <a:srgbClr val="F0644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0.4</a:t>
            </a:r>
            <a:r>
              <a:rPr sz="3800" b="1" spc="-130" dirty="0">
                <a:solidFill>
                  <a:srgbClr val="F06449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850" spc="-1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pizza</a:t>
            </a:r>
            <a:r>
              <a:rPr lang="en-GB" sz="385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3850" spc="-10" dirty="0">
                <a:solidFill>
                  <a:srgbClr val="B0B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slices</a:t>
            </a:r>
            <a:endParaRPr sz="385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1465" y="6164137"/>
            <a:ext cx="7284084" cy="780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solidFill>
                  <a:srgbClr val="A0A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Anyone</a:t>
            </a:r>
            <a:r>
              <a:rPr sz="1800" spc="-70" dirty="0">
                <a:solidFill>
                  <a:srgbClr val="A0A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800" dirty="0">
                <a:solidFill>
                  <a:srgbClr val="A0A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 a smartphone</a:t>
            </a:r>
            <a:r>
              <a:rPr sz="1800" spc="-50" dirty="0">
                <a:solidFill>
                  <a:srgbClr val="A0A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800" dirty="0">
                <a:solidFill>
                  <a:srgbClr val="A0A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can now</a:t>
            </a:r>
            <a:r>
              <a:rPr sz="1800" spc="-114" dirty="0">
                <a:solidFill>
                  <a:srgbClr val="A0A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800" spc="-10" dirty="0">
                <a:solidFill>
                  <a:srgbClr val="A0A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have</a:t>
            </a:r>
            <a:r>
              <a:rPr sz="1800" spc="-55" dirty="0">
                <a:solidFill>
                  <a:srgbClr val="A0A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800" dirty="0">
                <a:solidFill>
                  <a:srgbClr val="A0A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</a:t>
            </a:r>
            <a:r>
              <a:rPr sz="1800" spc="5" dirty="0">
                <a:solidFill>
                  <a:srgbClr val="A0A0B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800" b="1" spc="-5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professional</a:t>
            </a:r>
            <a:r>
              <a:rPr sz="1800" b="1" spc="-5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800" b="1" spc="-2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fitness</a:t>
            </a:r>
            <a:r>
              <a:rPr sz="1800" b="1" spc="-125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800" b="1" spc="-10" dirty="0">
                <a:solidFill>
                  <a:srgbClr val="00BEE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tracker</a:t>
            </a:r>
            <a:endParaRPr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65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sz="130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Built</a:t>
            </a:r>
            <a:r>
              <a:rPr sz="1300" spc="-55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sz="1300" spc="1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spc="-7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MATLAB</a:t>
            </a:r>
            <a:r>
              <a:rPr sz="1300" spc="-2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Online</a:t>
            </a:r>
            <a:r>
              <a:rPr sz="1300" spc="-3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8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•</a:t>
            </a:r>
            <a:r>
              <a:rPr sz="1350" spc="65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spc="-7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MATLAB</a:t>
            </a:r>
            <a:r>
              <a:rPr sz="1300" spc="-2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Mobile</a:t>
            </a:r>
            <a:r>
              <a:rPr sz="1300" spc="-3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8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•</a:t>
            </a:r>
            <a:r>
              <a:rPr sz="1350" spc="65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spc="-2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Deep</a:t>
            </a:r>
            <a:r>
              <a:rPr sz="1300" spc="-3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spc="-1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Learning</a:t>
            </a:r>
            <a:r>
              <a:rPr sz="1300" spc="5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spc="-2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Toolbox</a:t>
            </a:r>
            <a:r>
              <a:rPr sz="1300" spc="-5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50" spc="8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•</a:t>
            </a:r>
            <a:r>
              <a:rPr sz="1350" spc="65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App</a:t>
            </a:r>
            <a:r>
              <a:rPr sz="1300" spc="-3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sz="1300" spc="-10" dirty="0">
                <a:solidFill>
                  <a:srgbClr val="66666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Designer</a:t>
            </a:r>
            <a:endParaRPr sz="13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642</Words>
  <Application>Microsoft Office PowerPoint</Application>
  <PresentationFormat>Custom</PresentationFormat>
  <Paragraphs>135</Paragraphs>
  <Slides>9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Arial MT</vt:lpstr>
      <vt:lpstr>Consolas</vt:lpstr>
      <vt:lpstr>Helvetica</vt:lpstr>
      <vt:lpstr>Segoe UI</vt:lpstr>
      <vt:lpstr>Office Theme</vt:lpstr>
      <vt:lpstr>FitSense AI</vt:lpstr>
      <vt:lpstr>Fitness trackers cost $200+ but everyone already has a phone</vt:lpstr>
      <vt:lpstr>OUR APPROACH  End-to-End Pipeline</vt:lpstr>
      <vt:lpstr>SIGNAL PROCESSING From Noisy Data to Clean Signals</vt:lpstr>
      <vt:lpstr>Bidirectional LSTM Activity Classifier</vt:lpstr>
      <vt:lpstr>LSTM vs Classic ML</vt:lpstr>
      <vt:lpstr>VISUALIZATION Professional Dashboard &amp; Workout DNA</vt:lpstr>
      <vt:lpstr>DEMO Live Demo &amp; Execution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FitSense AI - Presentation</dc:title>
  <cp:lastModifiedBy>Abdulrahman Elmorsi</cp:lastModifiedBy>
  <cp:revision>3</cp:revision>
  <dcterms:created xsi:type="dcterms:W3CDTF">2026-05-16T11:18:18Z</dcterms:created>
  <dcterms:modified xsi:type="dcterms:W3CDTF">2026-05-16T11:50:28Z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2026-05-16T00:00:00Z</vt:filetime>
  </property>
  <property fmtid="{D5CDD505-2E9C-101B-9397-08002B2CF9AE}" pid="4" name="Creator">
    <vt:lpwstr>Mozilla/5.0 (Windows NT 10.0; Win64; x64) AppleWebKit/537.36 (KHTML, like Gecko) Chrome/148.0.0.0 Safari/537.36</vt:lpwstr>
  </property>
  <property fmtid="{D5CDD505-2E9C-101B-9397-08002B2CF9AE}" pid="5" name="LastSaved">
    <vt:filetime>2026-05-16T00:00:00Z</vt:filetime>
  </property>
  <property fmtid="{D5CDD505-2E9C-101B-9397-08002B2CF9AE}" pid="6" name="Producer">
    <vt:lpwstr>Skia/PDF m148</vt:lpwstr>
  </property>
</Properties>
</file>